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5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11309350" cx="20104100"/>
  <p:notesSz cx="20104100" cy="1130935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351350" y="848200"/>
            <a:ext cx="13403400" cy="4241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:notes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:notes"/>
          <p:cNvSpPr/>
          <p:nvPr>
            <p:ph idx="2" type="sldImg"/>
          </p:nvPr>
        </p:nvSpPr>
        <p:spPr>
          <a:xfrm>
            <a:off x="3351350" y="848200"/>
            <a:ext cx="13403400" cy="4241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/>
          <p:nvPr>
            <p:ph idx="2" type="sldImg"/>
          </p:nvPr>
        </p:nvSpPr>
        <p:spPr>
          <a:xfrm>
            <a:off x="3351350" y="848200"/>
            <a:ext cx="13403400" cy="4241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:notes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3:notes"/>
          <p:cNvSpPr/>
          <p:nvPr>
            <p:ph idx="2" type="sldImg"/>
          </p:nvPr>
        </p:nvSpPr>
        <p:spPr>
          <a:xfrm>
            <a:off x="3351350" y="848200"/>
            <a:ext cx="13403400" cy="4241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d962dc71a7_3_15:notes"/>
          <p:cNvSpPr txBox="1"/>
          <p:nvPr>
            <p:ph idx="1" type="body"/>
          </p:nvPr>
        </p:nvSpPr>
        <p:spPr>
          <a:xfrm>
            <a:off x="2010400" y="5371925"/>
            <a:ext cx="16083300" cy="50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g3d962dc71a7_3_15:notes"/>
          <p:cNvSpPr/>
          <p:nvPr>
            <p:ph idx="2" type="sldImg"/>
          </p:nvPr>
        </p:nvSpPr>
        <p:spPr>
          <a:xfrm>
            <a:off x="3351350" y="848200"/>
            <a:ext cx="13403400" cy="4241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d95e0d487a_3_15:notes"/>
          <p:cNvSpPr txBox="1"/>
          <p:nvPr>
            <p:ph idx="1" type="body"/>
          </p:nvPr>
        </p:nvSpPr>
        <p:spPr>
          <a:xfrm>
            <a:off x="2010400" y="5371925"/>
            <a:ext cx="16083300" cy="50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g3d95e0d487a_3_15:notes"/>
          <p:cNvSpPr/>
          <p:nvPr>
            <p:ph idx="2" type="sldImg"/>
          </p:nvPr>
        </p:nvSpPr>
        <p:spPr>
          <a:xfrm>
            <a:off x="3351350" y="848200"/>
            <a:ext cx="13403400" cy="4241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97bc30efaf_1_10:notes"/>
          <p:cNvSpPr txBox="1"/>
          <p:nvPr>
            <p:ph idx="1" type="body"/>
          </p:nvPr>
        </p:nvSpPr>
        <p:spPr>
          <a:xfrm>
            <a:off x="2010400" y="5371925"/>
            <a:ext cx="16083300" cy="50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g397bc30efaf_1_10:notes"/>
          <p:cNvSpPr/>
          <p:nvPr>
            <p:ph idx="2" type="sldImg"/>
          </p:nvPr>
        </p:nvSpPr>
        <p:spPr>
          <a:xfrm>
            <a:off x="3351350" y="848200"/>
            <a:ext cx="13403400" cy="4241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5:notes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5:notes"/>
          <p:cNvSpPr/>
          <p:nvPr>
            <p:ph idx="2" type="sldImg"/>
          </p:nvPr>
        </p:nvSpPr>
        <p:spPr>
          <a:xfrm>
            <a:off x="3351350" y="848200"/>
            <a:ext cx="13403400" cy="4241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d962dc71a7_3_32:notes"/>
          <p:cNvSpPr txBox="1"/>
          <p:nvPr>
            <p:ph idx="1" type="body"/>
          </p:nvPr>
        </p:nvSpPr>
        <p:spPr>
          <a:xfrm>
            <a:off x="2010400" y="5371925"/>
            <a:ext cx="16083300" cy="50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g3d962dc71a7_3_32:notes"/>
          <p:cNvSpPr/>
          <p:nvPr>
            <p:ph idx="2" type="sldImg"/>
          </p:nvPr>
        </p:nvSpPr>
        <p:spPr>
          <a:xfrm>
            <a:off x="3351350" y="848200"/>
            <a:ext cx="13403400" cy="4241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97bc30efaf_5_1:notes"/>
          <p:cNvSpPr txBox="1"/>
          <p:nvPr>
            <p:ph idx="1" type="body"/>
          </p:nvPr>
        </p:nvSpPr>
        <p:spPr>
          <a:xfrm>
            <a:off x="2010400" y="5371925"/>
            <a:ext cx="16083300" cy="50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g397bc30efaf_5_1:notes"/>
          <p:cNvSpPr/>
          <p:nvPr>
            <p:ph idx="2" type="sldImg"/>
          </p:nvPr>
        </p:nvSpPr>
        <p:spPr>
          <a:xfrm>
            <a:off x="3351350" y="848200"/>
            <a:ext cx="13403400" cy="4241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962dc71a7_4_0:notes"/>
          <p:cNvSpPr txBox="1"/>
          <p:nvPr>
            <p:ph idx="1" type="body"/>
          </p:nvPr>
        </p:nvSpPr>
        <p:spPr>
          <a:xfrm>
            <a:off x="2010400" y="5371925"/>
            <a:ext cx="16083300" cy="50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g3d962dc71a7_4_0:notes"/>
          <p:cNvSpPr/>
          <p:nvPr>
            <p:ph idx="2" type="sldImg"/>
          </p:nvPr>
        </p:nvSpPr>
        <p:spPr>
          <a:xfrm>
            <a:off x="3351350" y="848200"/>
            <a:ext cx="13403400" cy="4241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7:notes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7:notes"/>
          <p:cNvSpPr/>
          <p:nvPr>
            <p:ph idx="2" type="sldImg"/>
          </p:nvPr>
        </p:nvSpPr>
        <p:spPr>
          <a:xfrm>
            <a:off x="3351350" y="848200"/>
            <a:ext cx="13403400" cy="4241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6:notes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6:notes"/>
          <p:cNvSpPr/>
          <p:nvPr>
            <p:ph idx="2" type="sldImg"/>
          </p:nvPr>
        </p:nvSpPr>
        <p:spPr>
          <a:xfrm>
            <a:off x="3351350" y="848200"/>
            <a:ext cx="13403400" cy="4241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1" Type="http://schemas.openxmlformats.org/officeDocument/2006/relationships/image" Target="../media/image8.png"/><Relationship Id="rId10" Type="http://schemas.openxmlformats.org/officeDocument/2006/relationships/image" Target="../media/image10.png"/><Relationship Id="rId13" Type="http://schemas.openxmlformats.org/officeDocument/2006/relationships/image" Target="../media/image4.png"/><Relationship Id="rId1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1.png"/><Relationship Id="rId4" Type="http://schemas.openxmlformats.org/officeDocument/2006/relationships/image" Target="../media/image3.png"/><Relationship Id="rId9" Type="http://schemas.openxmlformats.org/officeDocument/2006/relationships/image" Target="../media/image14.png"/><Relationship Id="rId15" Type="http://schemas.openxmlformats.org/officeDocument/2006/relationships/image" Target="../media/image13.png"/><Relationship Id="rId1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1.png"/><Relationship Id="rId7" Type="http://schemas.openxmlformats.org/officeDocument/2006/relationships/image" Target="../media/image5.png"/><Relationship Id="rId8" Type="http://schemas.openxmlformats.org/officeDocument/2006/relationships/image" Target="../media/image9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1" type="ftr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0" type="dt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 b="0" i="0" sz="1800" u="none" cap="none" strike="noStrike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11" type="ftr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0" type="dt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showMasterSp="0">
  <p:cSld name="Title and Content">
    <p:bg>
      <p:bgPr>
        <a:solidFill>
          <a:schemeClr val="lt1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20104100" cy="11308556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4"/>
          <p:cNvSpPr/>
          <p:nvPr/>
        </p:nvSpPr>
        <p:spPr>
          <a:xfrm>
            <a:off x="1341714" y="4150982"/>
            <a:ext cx="385445" cy="589915"/>
          </a:xfrm>
          <a:custGeom>
            <a:rect b="b" l="l" r="r" t="t"/>
            <a:pathLst>
              <a:path extrusionOk="0" h="589914" w="385444">
                <a:moveTo>
                  <a:pt x="206527" y="216904"/>
                </a:moveTo>
                <a:lnTo>
                  <a:pt x="136289" y="263646"/>
                </a:lnTo>
                <a:lnTo>
                  <a:pt x="179062" y="371433"/>
                </a:lnTo>
                <a:lnTo>
                  <a:pt x="249301" y="324702"/>
                </a:lnTo>
                <a:lnTo>
                  <a:pt x="206527" y="216904"/>
                </a:lnTo>
                <a:close/>
              </a:path>
              <a:path extrusionOk="0" h="589914" w="385444">
                <a:moveTo>
                  <a:pt x="270274" y="174486"/>
                </a:moveTo>
                <a:lnTo>
                  <a:pt x="313048" y="282284"/>
                </a:lnTo>
                <a:lnTo>
                  <a:pt x="359099" y="251646"/>
                </a:lnTo>
                <a:lnTo>
                  <a:pt x="384993" y="316168"/>
                </a:lnTo>
                <a:lnTo>
                  <a:pt x="338953" y="346806"/>
                </a:lnTo>
                <a:lnTo>
                  <a:pt x="383098" y="457944"/>
                </a:lnTo>
                <a:lnTo>
                  <a:pt x="319351" y="500361"/>
                </a:lnTo>
                <a:lnTo>
                  <a:pt x="275206" y="389223"/>
                </a:lnTo>
                <a:lnTo>
                  <a:pt x="204957" y="435965"/>
                </a:lnTo>
                <a:lnTo>
                  <a:pt x="249112" y="547103"/>
                </a:lnTo>
                <a:lnTo>
                  <a:pt x="185355" y="589521"/>
                </a:lnTo>
                <a:lnTo>
                  <a:pt x="141210" y="478383"/>
                </a:lnTo>
                <a:lnTo>
                  <a:pt x="93997" y="509795"/>
                </a:lnTo>
                <a:lnTo>
                  <a:pt x="68092" y="445284"/>
                </a:lnTo>
                <a:lnTo>
                  <a:pt x="115315" y="413861"/>
                </a:lnTo>
                <a:lnTo>
                  <a:pt x="72542" y="306063"/>
                </a:lnTo>
                <a:lnTo>
                  <a:pt x="25318" y="337487"/>
                </a:lnTo>
                <a:lnTo>
                  <a:pt x="0" y="272567"/>
                </a:lnTo>
                <a:lnTo>
                  <a:pt x="46637" y="241542"/>
                </a:lnTo>
                <a:lnTo>
                  <a:pt x="3277" y="131577"/>
                </a:lnTo>
                <a:lnTo>
                  <a:pt x="67024" y="89159"/>
                </a:lnTo>
                <a:lnTo>
                  <a:pt x="110384" y="199124"/>
                </a:lnTo>
                <a:lnTo>
                  <a:pt x="180633" y="152382"/>
                </a:lnTo>
                <a:lnTo>
                  <a:pt x="137262" y="42417"/>
                </a:lnTo>
                <a:lnTo>
                  <a:pt x="201020" y="0"/>
                </a:lnTo>
                <a:lnTo>
                  <a:pt x="244379" y="109965"/>
                </a:lnTo>
                <a:lnTo>
                  <a:pt x="291006" y="78940"/>
                </a:lnTo>
                <a:lnTo>
                  <a:pt x="316325" y="143849"/>
                </a:lnTo>
                <a:lnTo>
                  <a:pt x="270274" y="174486"/>
                </a:lnTo>
                <a:close/>
              </a:path>
            </a:pathLst>
          </a:custGeom>
          <a:noFill/>
          <a:ln cap="flat" cmpd="sng" w="118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" name="Google Shape;2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55202" y="3998679"/>
            <a:ext cx="220776" cy="204372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4"/>
          <p:cNvSpPr/>
          <p:nvPr/>
        </p:nvSpPr>
        <p:spPr>
          <a:xfrm>
            <a:off x="1649810" y="3863835"/>
            <a:ext cx="565150" cy="661035"/>
          </a:xfrm>
          <a:custGeom>
            <a:rect b="b" l="l" r="r" t="t"/>
            <a:pathLst>
              <a:path extrusionOk="0" h="661035" w="565150">
                <a:moveTo>
                  <a:pt x="286064" y="0"/>
                </a:moveTo>
                <a:lnTo>
                  <a:pt x="564935" y="419086"/>
                </a:lnTo>
                <a:lnTo>
                  <a:pt x="471671" y="481147"/>
                </a:lnTo>
                <a:lnTo>
                  <a:pt x="372302" y="331811"/>
                </a:lnTo>
                <a:lnTo>
                  <a:pt x="315633" y="369517"/>
                </a:lnTo>
                <a:lnTo>
                  <a:pt x="306985" y="590725"/>
                </a:lnTo>
                <a:lnTo>
                  <a:pt x="201333" y="661037"/>
                </a:lnTo>
                <a:lnTo>
                  <a:pt x="213919" y="430384"/>
                </a:lnTo>
                <a:lnTo>
                  <a:pt x="161539" y="439797"/>
                </a:lnTo>
                <a:lnTo>
                  <a:pt x="111146" y="431918"/>
                </a:lnTo>
                <a:lnTo>
                  <a:pt x="65746" y="407305"/>
                </a:lnTo>
                <a:lnTo>
                  <a:pt x="28344" y="366512"/>
                </a:lnTo>
                <a:lnTo>
                  <a:pt x="8343" y="326343"/>
                </a:lnTo>
                <a:lnTo>
                  <a:pt x="0" y="284851"/>
                </a:lnTo>
                <a:lnTo>
                  <a:pt x="3038" y="243684"/>
                </a:lnTo>
                <a:lnTo>
                  <a:pt x="17185" y="204495"/>
                </a:lnTo>
                <a:lnTo>
                  <a:pt x="42165" y="168931"/>
                </a:lnTo>
                <a:lnTo>
                  <a:pt x="77704" y="138644"/>
                </a:lnTo>
                <a:lnTo>
                  <a:pt x="286064" y="0"/>
                </a:lnTo>
                <a:close/>
              </a:path>
            </a:pathLst>
          </a:custGeom>
          <a:noFill/>
          <a:ln cap="flat" cmpd="sng" w="118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4"/>
          <p:cNvSpPr/>
          <p:nvPr/>
        </p:nvSpPr>
        <p:spPr>
          <a:xfrm>
            <a:off x="2016150" y="1989029"/>
            <a:ext cx="2948305" cy="2240915"/>
          </a:xfrm>
          <a:custGeom>
            <a:rect b="b" l="l" r="r" t="t"/>
            <a:pathLst>
              <a:path extrusionOk="0" h="2240915" w="2948304">
                <a:moveTo>
                  <a:pt x="660768" y="1986368"/>
                </a:moveTo>
                <a:lnTo>
                  <a:pt x="363550" y="1864779"/>
                </a:lnTo>
                <a:lnTo>
                  <a:pt x="377177" y="1570405"/>
                </a:lnTo>
                <a:lnTo>
                  <a:pt x="269163" y="1642287"/>
                </a:lnTo>
                <a:lnTo>
                  <a:pt x="260108" y="1875701"/>
                </a:lnTo>
                <a:lnTo>
                  <a:pt x="200494" y="1915375"/>
                </a:lnTo>
                <a:lnTo>
                  <a:pt x="95618" y="1757768"/>
                </a:lnTo>
                <a:lnTo>
                  <a:pt x="0" y="1821395"/>
                </a:lnTo>
                <a:lnTo>
                  <a:pt x="278853" y="2240483"/>
                </a:lnTo>
                <a:lnTo>
                  <a:pt x="374484" y="2176856"/>
                </a:lnTo>
                <a:lnTo>
                  <a:pt x="253911" y="1995639"/>
                </a:lnTo>
                <a:lnTo>
                  <a:pt x="310578" y="1957933"/>
                </a:lnTo>
                <a:lnTo>
                  <a:pt x="552742" y="2058238"/>
                </a:lnTo>
                <a:lnTo>
                  <a:pt x="660768" y="1986368"/>
                </a:lnTo>
                <a:close/>
              </a:path>
              <a:path extrusionOk="0" h="2240915" w="2948304">
                <a:moveTo>
                  <a:pt x="845350" y="1801710"/>
                </a:moveTo>
                <a:lnTo>
                  <a:pt x="838949" y="1748574"/>
                </a:lnTo>
                <a:lnTo>
                  <a:pt x="770890" y="1308430"/>
                </a:lnTo>
                <a:lnTo>
                  <a:pt x="677037" y="1370876"/>
                </a:lnTo>
                <a:lnTo>
                  <a:pt x="723798" y="1642084"/>
                </a:lnTo>
                <a:lnTo>
                  <a:pt x="485787" y="1498142"/>
                </a:lnTo>
                <a:lnTo>
                  <a:pt x="386638" y="1564119"/>
                </a:lnTo>
                <a:lnTo>
                  <a:pt x="746696" y="1775053"/>
                </a:lnTo>
                <a:lnTo>
                  <a:pt x="748055" y="1783499"/>
                </a:lnTo>
                <a:lnTo>
                  <a:pt x="735799" y="1828787"/>
                </a:lnTo>
                <a:lnTo>
                  <a:pt x="693712" y="1853323"/>
                </a:lnTo>
                <a:lnTo>
                  <a:pt x="683107" y="1857375"/>
                </a:lnTo>
                <a:lnTo>
                  <a:pt x="717042" y="1948065"/>
                </a:lnTo>
                <a:lnTo>
                  <a:pt x="754989" y="1933892"/>
                </a:lnTo>
                <a:lnTo>
                  <a:pt x="823226" y="1883346"/>
                </a:lnTo>
                <a:lnTo>
                  <a:pt x="841806" y="1845665"/>
                </a:lnTo>
                <a:lnTo>
                  <a:pt x="845350" y="1801710"/>
                </a:lnTo>
                <a:close/>
              </a:path>
              <a:path extrusionOk="0" h="2240915" w="2948304">
                <a:moveTo>
                  <a:pt x="1282623" y="1264386"/>
                </a:moveTo>
                <a:lnTo>
                  <a:pt x="1273505" y="1223314"/>
                </a:lnTo>
                <a:lnTo>
                  <a:pt x="1269606" y="1215694"/>
                </a:lnTo>
                <a:lnTo>
                  <a:pt x="1252791" y="1182801"/>
                </a:lnTo>
                <a:lnTo>
                  <a:pt x="1223378" y="1148003"/>
                </a:lnTo>
                <a:lnTo>
                  <a:pt x="1188961" y="1123607"/>
                </a:lnTo>
                <a:lnTo>
                  <a:pt x="1169085" y="1116609"/>
                </a:lnTo>
                <a:lnTo>
                  <a:pt x="1169085" y="1272552"/>
                </a:lnTo>
                <a:lnTo>
                  <a:pt x="1168222" y="1298257"/>
                </a:lnTo>
                <a:lnTo>
                  <a:pt x="1155852" y="1322019"/>
                </a:lnTo>
                <a:lnTo>
                  <a:pt x="1132687" y="1342758"/>
                </a:lnTo>
                <a:lnTo>
                  <a:pt x="1034110" y="1408353"/>
                </a:lnTo>
                <a:lnTo>
                  <a:pt x="959878" y="1296797"/>
                </a:lnTo>
                <a:lnTo>
                  <a:pt x="1058456" y="1231201"/>
                </a:lnTo>
                <a:lnTo>
                  <a:pt x="1086535" y="1217853"/>
                </a:lnTo>
                <a:lnTo>
                  <a:pt x="1113282" y="1215694"/>
                </a:lnTo>
                <a:lnTo>
                  <a:pt x="1137437" y="1224991"/>
                </a:lnTo>
                <a:lnTo>
                  <a:pt x="1157757" y="1246035"/>
                </a:lnTo>
                <a:lnTo>
                  <a:pt x="1169085" y="1272552"/>
                </a:lnTo>
                <a:lnTo>
                  <a:pt x="1169085" y="1116609"/>
                </a:lnTo>
                <a:lnTo>
                  <a:pt x="1150670" y="1110119"/>
                </a:lnTo>
                <a:lnTo>
                  <a:pt x="1109662" y="1108024"/>
                </a:lnTo>
                <a:lnTo>
                  <a:pt x="1067092" y="1117790"/>
                </a:lnTo>
                <a:lnTo>
                  <a:pt x="1024128" y="1139926"/>
                </a:lnTo>
                <a:lnTo>
                  <a:pt x="812228" y="1280934"/>
                </a:lnTo>
                <a:lnTo>
                  <a:pt x="1091082" y="1700022"/>
                </a:lnTo>
                <a:lnTo>
                  <a:pt x="1186700" y="1636395"/>
                </a:lnTo>
                <a:lnTo>
                  <a:pt x="1087335" y="1487055"/>
                </a:lnTo>
                <a:lnTo>
                  <a:pt x="1203617" y="1409674"/>
                </a:lnTo>
                <a:lnTo>
                  <a:pt x="1205204" y="1408353"/>
                </a:lnTo>
                <a:lnTo>
                  <a:pt x="1240663" y="1378635"/>
                </a:lnTo>
                <a:lnTo>
                  <a:pt x="1266190" y="1343253"/>
                </a:lnTo>
                <a:lnTo>
                  <a:pt x="1280185" y="1304772"/>
                </a:lnTo>
                <a:lnTo>
                  <a:pt x="1282623" y="1264386"/>
                </a:lnTo>
                <a:close/>
              </a:path>
              <a:path extrusionOk="0" h="2240915" w="2948304">
                <a:moveTo>
                  <a:pt x="1889137" y="1168996"/>
                </a:moveTo>
                <a:lnTo>
                  <a:pt x="1637868" y="981392"/>
                </a:lnTo>
                <a:lnTo>
                  <a:pt x="1637868" y="1116469"/>
                </a:lnTo>
                <a:lnTo>
                  <a:pt x="1511554" y="1200518"/>
                </a:lnTo>
                <a:lnTo>
                  <a:pt x="1496847" y="1146441"/>
                </a:lnTo>
                <a:lnTo>
                  <a:pt x="1484947" y="1102106"/>
                </a:lnTo>
                <a:lnTo>
                  <a:pt x="1472057" y="1056055"/>
                </a:lnTo>
                <a:lnTo>
                  <a:pt x="1458417" y="1009853"/>
                </a:lnTo>
                <a:lnTo>
                  <a:pt x="1444307" y="965085"/>
                </a:lnTo>
                <a:lnTo>
                  <a:pt x="1480083" y="994168"/>
                </a:lnTo>
                <a:lnTo>
                  <a:pt x="1517408" y="1023429"/>
                </a:lnTo>
                <a:lnTo>
                  <a:pt x="1637868" y="1116469"/>
                </a:lnTo>
                <a:lnTo>
                  <a:pt x="1637868" y="981392"/>
                </a:lnTo>
                <a:lnTo>
                  <a:pt x="1616036" y="965085"/>
                </a:lnTo>
                <a:lnTo>
                  <a:pt x="1460919" y="849274"/>
                </a:lnTo>
                <a:lnTo>
                  <a:pt x="1335201" y="932942"/>
                </a:lnTo>
                <a:lnTo>
                  <a:pt x="1465326" y="1451000"/>
                </a:lnTo>
                <a:lnTo>
                  <a:pt x="1560944" y="1387373"/>
                </a:lnTo>
                <a:lnTo>
                  <a:pt x="1537042" y="1297686"/>
                </a:lnTo>
                <a:lnTo>
                  <a:pt x="1683054" y="1200518"/>
                </a:lnTo>
                <a:lnTo>
                  <a:pt x="1716481" y="1178280"/>
                </a:lnTo>
                <a:lnTo>
                  <a:pt x="1789391" y="1235379"/>
                </a:lnTo>
                <a:lnTo>
                  <a:pt x="1875180" y="1178280"/>
                </a:lnTo>
                <a:lnTo>
                  <a:pt x="1889137" y="1168996"/>
                </a:lnTo>
                <a:close/>
              </a:path>
              <a:path extrusionOk="0" h="2240915" w="2948304">
                <a:moveTo>
                  <a:pt x="2121700" y="1014247"/>
                </a:moveTo>
                <a:lnTo>
                  <a:pt x="1897443" y="677202"/>
                </a:lnTo>
                <a:lnTo>
                  <a:pt x="2016671" y="597865"/>
                </a:lnTo>
                <a:lnTo>
                  <a:pt x="1962073" y="515810"/>
                </a:lnTo>
                <a:lnTo>
                  <a:pt x="1629168" y="737336"/>
                </a:lnTo>
                <a:lnTo>
                  <a:pt x="1683753" y="819378"/>
                </a:lnTo>
                <a:lnTo>
                  <a:pt x="1801812" y="740829"/>
                </a:lnTo>
                <a:lnTo>
                  <a:pt x="2026081" y="1077874"/>
                </a:lnTo>
                <a:lnTo>
                  <a:pt x="2121700" y="1014247"/>
                </a:lnTo>
                <a:close/>
              </a:path>
              <a:path extrusionOk="0" h="2240915" w="2948304">
                <a:moveTo>
                  <a:pt x="2607754" y="594563"/>
                </a:moveTo>
                <a:lnTo>
                  <a:pt x="2606484" y="551180"/>
                </a:lnTo>
                <a:lnTo>
                  <a:pt x="2597531" y="507517"/>
                </a:lnTo>
                <a:lnTo>
                  <a:pt x="2581059" y="464261"/>
                </a:lnTo>
                <a:lnTo>
                  <a:pt x="2557195" y="422135"/>
                </a:lnTo>
                <a:lnTo>
                  <a:pt x="2527554" y="383857"/>
                </a:lnTo>
                <a:lnTo>
                  <a:pt x="2494826" y="352717"/>
                </a:lnTo>
                <a:lnTo>
                  <a:pt x="2494826" y="584517"/>
                </a:lnTo>
                <a:lnTo>
                  <a:pt x="2490266" y="627875"/>
                </a:lnTo>
                <a:lnTo>
                  <a:pt x="2470912" y="665899"/>
                </a:lnTo>
                <a:lnTo>
                  <a:pt x="2437015" y="697128"/>
                </a:lnTo>
                <a:lnTo>
                  <a:pt x="2395283" y="716229"/>
                </a:lnTo>
                <a:lnTo>
                  <a:pt x="2352611" y="719467"/>
                </a:lnTo>
                <a:lnTo>
                  <a:pt x="2310600" y="707123"/>
                </a:lnTo>
                <a:lnTo>
                  <a:pt x="2270836" y="679411"/>
                </a:lnTo>
                <a:lnTo>
                  <a:pt x="2234908" y="636587"/>
                </a:lnTo>
                <a:lnTo>
                  <a:pt x="2209444" y="587146"/>
                </a:lnTo>
                <a:lnTo>
                  <a:pt x="2199259" y="539800"/>
                </a:lnTo>
                <a:lnTo>
                  <a:pt x="2204034" y="496189"/>
                </a:lnTo>
                <a:lnTo>
                  <a:pt x="2223427" y="457962"/>
                </a:lnTo>
                <a:lnTo>
                  <a:pt x="2257120" y="426796"/>
                </a:lnTo>
                <a:lnTo>
                  <a:pt x="2299055" y="407644"/>
                </a:lnTo>
                <a:lnTo>
                  <a:pt x="2341676" y="404583"/>
                </a:lnTo>
                <a:lnTo>
                  <a:pt x="2383485" y="417207"/>
                </a:lnTo>
                <a:lnTo>
                  <a:pt x="2422969" y="445058"/>
                </a:lnTo>
                <a:lnTo>
                  <a:pt x="2458618" y="487718"/>
                </a:lnTo>
                <a:lnTo>
                  <a:pt x="2484361" y="537311"/>
                </a:lnTo>
                <a:lnTo>
                  <a:pt x="2494826" y="584517"/>
                </a:lnTo>
                <a:lnTo>
                  <a:pt x="2494826" y="352717"/>
                </a:lnTo>
                <a:lnTo>
                  <a:pt x="2457196" y="326834"/>
                </a:lnTo>
                <a:lnTo>
                  <a:pt x="2417673" y="308914"/>
                </a:lnTo>
                <a:lnTo>
                  <a:pt x="2376055" y="298602"/>
                </a:lnTo>
                <a:lnTo>
                  <a:pt x="2332939" y="296316"/>
                </a:lnTo>
                <a:lnTo>
                  <a:pt x="2288921" y="302488"/>
                </a:lnTo>
                <a:lnTo>
                  <a:pt x="2244598" y="317500"/>
                </a:lnTo>
                <a:lnTo>
                  <a:pt x="2200567" y="341795"/>
                </a:lnTo>
                <a:lnTo>
                  <a:pt x="2161133" y="373037"/>
                </a:lnTo>
                <a:lnTo>
                  <a:pt x="2130107" y="408152"/>
                </a:lnTo>
                <a:lnTo>
                  <a:pt x="2107349" y="446430"/>
                </a:lnTo>
                <a:lnTo>
                  <a:pt x="2092706" y="487146"/>
                </a:lnTo>
                <a:lnTo>
                  <a:pt x="2086038" y="529590"/>
                </a:lnTo>
                <a:lnTo>
                  <a:pt x="2087219" y="573024"/>
                </a:lnTo>
                <a:lnTo>
                  <a:pt x="2096084" y="616750"/>
                </a:lnTo>
                <a:lnTo>
                  <a:pt x="2112505" y="660044"/>
                </a:lnTo>
                <a:lnTo>
                  <a:pt x="2136343" y="702170"/>
                </a:lnTo>
                <a:lnTo>
                  <a:pt x="2165997" y="740435"/>
                </a:lnTo>
                <a:lnTo>
                  <a:pt x="2199589" y="772299"/>
                </a:lnTo>
                <a:lnTo>
                  <a:pt x="2236495" y="797369"/>
                </a:lnTo>
                <a:lnTo>
                  <a:pt x="2276106" y="815238"/>
                </a:lnTo>
                <a:lnTo>
                  <a:pt x="2317826" y="825474"/>
                </a:lnTo>
                <a:lnTo>
                  <a:pt x="2361044" y="827697"/>
                </a:lnTo>
                <a:lnTo>
                  <a:pt x="2405151" y="821486"/>
                </a:lnTo>
                <a:lnTo>
                  <a:pt x="2449525" y="806437"/>
                </a:lnTo>
                <a:lnTo>
                  <a:pt x="2493568" y="782129"/>
                </a:lnTo>
                <a:lnTo>
                  <a:pt x="2532977" y="750900"/>
                </a:lnTo>
                <a:lnTo>
                  <a:pt x="2560726" y="719467"/>
                </a:lnTo>
                <a:lnTo>
                  <a:pt x="2563952" y="715822"/>
                </a:lnTo>
                <a:lnTo>
                  <a:pt x="2586634" y="677595"/>
                </a:lnTo>
                <a:lnTo>
                  <a:pt x="2601188" y="636943"/>
                </a:lnTo>
                <a:lnTo>
                  <a:pt x="2607754" y="594563"/>
                </a:lnTo>
                <a:close/>
              </a:path>
              <a:path extrusionOk="0" h="2240915" w="2948304">
                <a:moveTo>
                  <a:pt x="2947797" y="156362"/>
                </a:moveTo>
                <a:lnTo>
                  <a:pt x="2938665" y="115303"/>
                </a:lnTo>
                <a:lnTo>
                  <a:pt x="2917952" y="74777"/>
                </a:lnTo>
                <a:lnTo>
                  <a:pt x="2888551" y="39979"/>
                </a:lnTo>
                <a:lnTo>
                  <a:pt x="2854121" y="15595"/>
                </a:lnTo>
                <a:lnTo>
                  <a:pt x="2834259" y="8610"/>
                </a:lnTo>
                <a:lnTo>
                  <a:pt x="2834259" y="164541"/>
                </a:lnTo>
                <a:lnTo>
                  <a:pt x="2833395" y="190233"/>
                </a:lnTo>
                <a:lnTo>
                  <a:pt x="2821025" y="214007"/>
                </a:lnTo>
                <a:lnTo>
                  <a:pt x="2797860" y="234746"/>
                </a:lnTo>
                <a:lnTo>
                  <a:pt x="2699283" y="300329"/>
                </a:lnTo>
                <a:lnTo>
                  <a:pt x="2625052" y="188772"/>
                </a:lnTo>
                <a:lnTo>
                  <a:pt x="2723629" y="123190"/>
                </a:lnTo>
                <a:lnTo>
                  <a:pt x="2751709" y="109829"/>
                </a:lnTo>
                <a:lnTo>
                  <a:pt x="2778455" y="107670"/>
                </a:lnTo>
                <a:lnTo>
                  <a:pt x="2802610" y="116979"/>
                </a:lnTo>
                <a:lnTo>
                  <a:pt x="2822918" y="138010"/>
                </a:lnTo>
                <a:lnTo>
                  <a:pt x="2834259" y="164541"/>
                </a:lnTo>
                <a:lnTo>
                  <a:pt x="2834259" y="8610"/>
                </a:lnTo>
                <a:lnTo>
                  <a:pt x="2815831" y="2108"/>
                </a:lnTo>
                <a:lnTo>
                  <a:pt x="2774835" y="0"/>
                </a:lnTo>
                <a:lnTo>
                  <a:pt x="2732265" y="9779"/>
                </a:lnTo>
                <a:lnTo>
                  <a:pt x="2689288" y="31915"/>
                </a:lnTo>
                <a:lnTo>
                  <a:pt x="2477389" y="172910"/>
                </a:lnTo>
                <a:lnTo>
                  <a:pt x="2756255" y="592010"/>
                </a:lnTo>
                <a:lnTo>
                  <a:pt x="2851874" y="528383"/>
                </a:lnTo>
                <a:lnTo>
                  <a:pt x="2752509" y="379044"/>
                </a:lnTo>
                <a:lnTo>
                  <a:pt x="2868790" y="301663"/>
                </a:lnTo>
                <a:lnTo>
                  <a:pt x="2870377" y="300329"/>
                </a:lnTo>
                <a:lnTo>
                  <a:pt x="2905836" y="270611"/>
                </a:lnTo>
                <a:lnTo>
                  <a:pt x="2931363" y="235242"/>
                </a:lnTo>
                <a:lnTo>
                  <a:pt x="2945358" y="196748"/>
                </a:lnTo>
                <a:lnTo>
                  <a:pt x="2947797" y="156362"/>
                </a:lnTo>
                <a:close/>
              </a:path>
            </a:pathLst>
          </a:custGeom>
          <a:solidFill>
            <a:srgbClr val="FFFFFF">
              <a:alpha val="50196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7655485" y="5053516"/>
            <a:ext cx="274955" cy="433070"/>
          </a:xfrm>
          <a:custGeom>
            <a:rect b="b" l="l" r="r" t="t"/>
            <a:pathLst>
              <a:path extrusionOk="0" h="433070" w="274954">
                <a:moveTo>
                  <a:pt x="166895" y="162068"/>
                </a:moveTo>
                <a:lnTo>
                  <a:pt x="103201" y="179167"/>
                </a:lnTo>
                <a:lnTo>
                  <a:pt x="107986" y="269698"/>
                </a:lnTo>
                <a:lnTo>
                  <a:pt x="171691" y="252599"/>
                </a:lnTo>
                <a:lnTo>
                  <a:pt x="166895" y="162068"/>
                </a:lnTo>
                <a:close/>
              </a:path>
              <a:path extrusionOk="0" h="433070" w="274954">
                <a:moveTo>
                  <a:pt x="224705" y="146550"/>
                </a:moveTo>
                <a:lnTo>
                  <a:pt x="229500" y="237081"/>
                </a:lnTo>
                <a:lnTo>
                  <a:pt x="271258" y="225877"/>
                </a:lnTo>
                <a:lnTo>
                  <a:pt x="274337" y="280138"/>
                </a:lnTo>
                <a:lnTo>
                  <a:pt x="232589" y="291341"/>
                </a:lnTo>
                <a:lnTo>
                  <a:pt x="237563" y="384700"/>
                </a:lnTo>
                <a:lnTo>
                  <a:pt x="179753" y="400218"/>
                </a:lnTo>
                <a:lnTo>
                  <a:pt x="174780" y="306870"/>
                </a:lnTo>
                <a:lnTo>
                  <a:pt x="111075" y="323969"/>
                </a:lnTo>
                <a:lnTo>
                  <a:pt x="116048" y="417317"/>
                </a:lnTo>
                <a:lnTo>
                  <a:pt x="58239" y="432845"/>
                </a:lnTo>
                <a:lnTo>
                  <a:pt x="53265" y="339487"/>
                </a:lnTo>
                <a:lnTo>
                  <a:pt x="10439" y="350984"/>
                </a:lnTo>
                <a:lnTo>
                  <a:pt x="7350" y="296713"/>
                </a:lnTo>
                <a:lnTo>
                  <a:pt x="50176" y="285226"/>
                </a:lnTo>
                <a:lnTo>
                  <a:pt x="45380" y="194685"/>
                </a:lnTo>
                <a:lnTo>
                  <a:pt x="2554" y="206182"/>
                </a:lnTo>
                <a:lnTo>
                  <a:pt x="0" y="151775"/>
                </a:lnTo>
                <a:lnTo>
                  <a:pt x="42291" y="140425"/>
                </a:lnTo>
                <a:lnTo>
                  <a:pt x="37611" y="48145"/>
                </a:lnTo>
                <a:lnTo>
                  <a:pt x="95421" y="32627"/>
                </a:lnTo>
                <a:lnTo>
                  <a:pt x="100101" y="124907"/>
                </a:lnTo>
                <a:lnTo>
                  <a:pt x="163806" y="107808"/>
                </a:lnTo>
                <a:lnTo>
                  <a:pt x="159126" y="15517"/>
                </a:lnTo>
                <a:lnTo>
                  <a:pt x="216935" y="0"/>
                </a:lnTo>
                <a:lnTo>
                  <a:pt x="221616" y="92290"/>
                </a:lnTo>
                <a:lnTo>
                  <a:pt x="263908" y="80929"/>
                </a:lnTo>
                <a:lnTo>
                  <a:pt x="266463" y="135336"/>
                </a:lnTo>
                <a:lnTo>
                  <a:pt x="224705" y="146550"/>
                </a:lnTo>
                <a:close/>
              </a:path>
            </a:pathLst>
          </a:cu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" name="Google Shape;28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32183" y="5028549"/>
            <a:ext cx="170142" cy="137186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4"/>
          <p:cNvSpPr/>
          <p:nvPr/>
        </p:nvSpPr>
        <p:spPr>
          <a:xfrm>
            <a:off x="7949150" y="4938882"/>
            <a:ext cx="388620" cy="468630"/>
          </a:xfrm>
          <a:custGeom>
            <a:rect b="b" l="l" r="r" t="t"/>
            <a:pathLst>
              <a:path extrusionOk="0" h="468629" w="388620">
                <a:moveTo>
                  <a:pt x="286174" y="0"/>
                </a:moveTo>
                <a:lnTo>
                  <a:pt x="388202" y="380061"/>
                </a:lnTo>
                <a:lnTo>
                  <a:pt x="303629" y="402773"/>
                </a:lnTo>
                <a:lnTo>
                  <a:pt x="267274" y="267342"/>
                </a:lnTo>
                <a:lnTo>
                  <a:pt x="215883" y="281132"/>
                </a:lnTo>
                <a:lnTo>
                  <a:pt x="154283" y="442855"/>
                </a:lnTo>
                <a:lnTo>
                  <a:pt x="58464" y="468582"/>
                </a:lnTo>
                <a:lnTo>
                  <a:pt x="125341" y="300849"/>
                </a:lnTo>
                <a:lnTo>
                  <a:pt x="84189" y="294752"/>
                </a:lnTo>
                <a:lnTo>
                  <a:pt x="48822" y="276341"/>
                </a:lnTo>
                <a:lnTo>
                  <a:pt x="21329" y="246776"/>
                </a:lnTo>
                <a:lnTo>
                  <a:pt x="3795" y="207218"/>
                </a:lnTo>
                <a:lnTo>
                  <a:pt x="0" y="155746"/>
                </a:lnTo>
                <a:lnTo>
                  <a:pt x="15689" y="109910"/>
                </a:lnTo>
                <a:lnTo>
                  <a:pt x="48786" y="73604"/>
                </a:lnTo>
                <a:lnTo>
                  <a:pt x="97216" y="50720"/>
                </a:lnTo>
                <a:lnTo>
                  <a:pt x="286174" y="0"/>
                </a:lnTo>
                <a:close/>
              </a:path>
            </a:pathLst>
          </a:cu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8308124" y="4259560"/>
            <a:ext cx="2602230" cy="1040130"/>
          </a:xfrm>
          <a:custGeom>
            <a:rect b="b" l="l" r="r" t="t"/>
            <a:pathLst>
              <a:path extrusionOk="0" h="1040129" w="2602229">
                <a:moveTo>
                  <a:pt x="448373" y="946873"/>
                </a:moveTo>
                <a:lnTo>
                  <a:pt x="258508" y="782637"/>
                </a:lnTo>
                <a:lnTo>
                  <a:pt x="342061" y="567969"/>
                </a:lnTo>
                <a:lnTo>
                  <a:pt x="244094" y="594258"/>
                </a:lnTo>
                <a:lnTo>
                  <a:pt x="179158" y="764921"/>
                </a:lnTo>
                <a:lnTo>
                  <a:pt x="125095" y="779437"/>
                </a:lnTo>
                <a:lnTo>
                  <a:pt x="86715" y="636511"/>
                </a:lnTo>
                <a:lnTo>
                  <a:pt x="0" y="659777"/>
                </a:lnTo>
                <a:lnTo>
                  <a:pt x="102019" y="1039850"/>
                </a:lnTo>
                <a:lnTo>
                  <a:pt x="188747" y="1016571"/>
                </a:lnTo>
                <a:lnTo>
                  <a:pt x="144627" y="852233"/>
                </a:lnTo>
                <a:lnTo>
                  <a:pt x="196024" y="838441"/>
                </a:lnTo>
                <a:lnTo>
                  <a:pt x="350405" y="973175"/>
                </a:lnTo>
                <a:lnTo>
                  <a:pt x="448373" y="946873"/>
                </a:lnTo>
                <a:close/>
              </a:path>
              <a:path extrusionOk="0" h="1040129" w="2602229">
                <a:moveTo>
                  <a:pt x="699109" y="472109"/>
                </a:moveTo>
                <a:lnTo>
                  <a:pt x="614006" y="494957"/>
                </a:lnTo>
                <a:lnTo>
                  <a:pt x="580974" y="707555"/>
                </a:lnTo>
                <a:lnTo>
                  <a:pt x="440563" y="541515"/>
                </a:lnTo>
                <a:lnTo>
                  <a:pt x="350634" y="565658"/>
                </a:lnTo>
                <a:lnTo>
                  <a:pt x="564756" y="811758"/>
                </a:lnTo>
                <a:lnTo>
                  <a:pt x="563664" y="818375"/>
                </a:lnTo>
                <a:lnTo>
                  <a:pt x="532650" y="852512"/>
                </a:lnTo>
                <a:lnTo>
                  <a:pt x="497103" y="856894"/>
                </a:lnTo>
                <a:lnTo>
                  <a:pt x="499618" y="932548"/>
                </a:lnTo>
                <a:lnTo>
                  <a:pt x="545515" y="929424"/>
                </a:lnTo>
                <a:lnTo>
                  <a:pt x="594436" y="911098"/>
                </a:lnTo>
                <a:lnTo>
                  <a:pt x="631190" y="856145"/>
                </a:lnTo>
                <a:lnTo>
                  <a:pt x="639699" y="815174"/>
                </a:lnTo>
                <a:lnTo>
                  <a:pt x="699109" y="472109"/>
                </a:lnTo>
                <a:close/>
              </a:path>
              <a:path extrusionOk="0" h="1040129" w="2602229">
                <a:moveTo>
                  <a:pt x="1092034" y="551180"/>
                </a:moveTo>
                <a:lnTo>
                  <a:pt x="1087462" y="499275"/>
                </a:lnTo>
                <a:lnTo>
                  <a:pt x="1080223" y="483768"/>
                </a:lnTo>
                <a:lnTo>
                  <a:pt x="1065403" y="451980"/>
                </a:lnTo>
                <a:lnTo>
                  <a:pt x="1029944" y="419950"/>
                </a:lnTo>
                <a:lnTo>
                  <a:pt x="1003071" y="411518"/>
                </a:lnTo>
                <a:lnTo>
                  <a:pt x="1003071" y="544893"/>
                </a:lnTo>
                <a:lnTo>
                  <a:pt x="996010" y="563714"/>
                </a:lnTo>
                <a:lnTo>
                  <a:pt x="980922" y="578231"/>
                </a:lnTo>
                <a:lnTo>
                  <a:pt x="958583" y="587819"/>
                </a:lnTo>
                <a:lnTo>
                  <a:pt x="869188" y="611822"/>
                </a:lnTo>
                <a:lnTo>
                  <a:pt x="842035" y="510641"/>
                </a:lnTo>
                <a:lnTo>
                  <a:pt x="931418" y="486651"/>
                </a:lnTo>
                <a:lnTo>
                  <a:pt x="955560" y="483768"/>
                </a:lnTo>
                <a:lnTo>
                  <a:pt x="975906" y="488835"/>
                </a:lnTo>
                <a:lnTo>
                  <a:pt x="991489" y="501751"/>
                </a:lnTo>
                <a:lnTo>
                  <a:pt x="1001280" y="522414"/>
                </a:lnTo>
                <a:lnTo>
                  <a:pt x="1003071" y="544893"/>
                </a:lnTo>
                <a:lnTo>
                  <a:pt x="1003071" y="411518"/>
                </a:lnTo>
                <a:lnTo>
                  <a:pt x="983576" y="405384"/>
                </a:lnTo>
                <a:lnTo>
                  <a:pt x="928763" y="410464"/>
                </a:lnTo>
                <a:lnTo>
                  <a:pt x="736587" y="462051"/>
                </a:lnTo>
                <a:lnTo>
                  <a:pt x="838619" y="842111"/>
                </a:lnTo>
                <a:lnTo>
                  <a:pt x="925334" y="818832"/>
                </a:lnTo>
                <a:lnTo>
                  <a:pt x="888987" y="683399"/>
                </a:lnTo>
                <a:lnTo>
                  <a:pt x="994435" y="655104"/>
                </a:lnTo>
                <a:lnTo>
                  <a:pt x="1044448" y="632129"/>
                </a:lnTo>
                <a:lnTo>
                  <a:pt x="1063180" y="611822"/>
                </a:lnTo>
                <a:lnTo>
                  <a:pt x="1077328" y="596480"/>
                </a:lnTo>
                <a:lnTo>
                  <a:pt x="1092034" y="551180"/>
                </a:lnTo>
                <a:close/>
              </a:path>
              <a:path extrusionOk="0" h="1040129" w="2602229">
                <a:moveTo>
                  <a:pt x="1562354" y="647839"/>
                </a:moveTo>
                <a:lnTo>
                  <a:pt x="1537347" y="611632"/>
                </a:lnTo>
                <a:lnTo>
                  <a:pt x="1513395" y="576973"/>
                </a:lnTo>
                <a:lnTo>
                  <a:pt x="1389316" y="397383"/>
                </a:lnTo>
                <a:lnTo>
                  <a:pt x="1389316" y="546227"/>
                </a:lnTo>
                <a:lnTo>
                  <a:pt x="1274762" y="576973"/>
                </a:lnTo>
                <a:lnTo>
                  <a:pt x="1277366" y="533247"/>
                </a:lnTo>
                <a:lnTo>
                  <a:pt x="1279601" y="497433"/>
                </a:lnTo>
                <a:lnTo>
                  <a:pt x="1281544" y="460095"/>
                </a:lnTo>
                <a:lnTo>
                  <a:pt x="1282966" y="422452"/>
                </a:lnTo>
                <a:lnTo>
                  <a:pt x="1283677" y="385775"/>
                </a:lnTo>
                <a:lnTo>
                  <a:pt x="1302931" y="416255"/>
                </a:lnTo>
                <a:lnTo>
                  <a:pt x="1323276" y="447243"/>
                </a:lnTo>
                <a:lnTo>
                  <a:pt x="1389316" y="546227"/>
                </a:lnTo>
                <a:lnTo>
                  <a:pt x="1389316" y="397383"/>
                </a:lnTo>
                <a:lnTo>
                  <a:pt x="1381302" y="385775"/>
                </a:lnTo>
                <a:lnTo>
                  <a:pt x="1324889" y="304126"/>
                </a:lnTo>
                <a:lnTo>
                  <a:pt x="1210881" y="334733"/>
                </a:lnTo>
                <a:lnTo>
                  <a:pt x="1178013" y="751001"/>
                </a:lnTo>
                <a:lnTo>
                  <a:pt x="1264729" y="727722"/>
                </a:lnTo>
                <a:lnTo>
                  <a:pt x="1269390" y="655320"/>
                </a:lnTo>
                <a:lnTo>
                  <a:pt x="1432128" y="611632"/>
                </a:lnTo>
                <a:lnTo>
                  <a:pt x="1471879" y="672122"/>
                </a:lnTo>
                <a:lnTo>
                  <a:pt x="1562354" y="647839"/>
                </a:lnTo>
                <a:close/>
              </a:path>
              <a:path extrusionOk="0" h="1040129" w="2602229">
                <a:moveTo>
                  <a:pt x="1799348" y="256527"/>
                </a:moveTo>
                <a:lnTo>
                  <a:pt x="1779371" y="182130"/>
                </a:lnTo>
                <a:lnTo>
                  <a:pt x="1477454" y="263169"/>
                </a:lnTo>
                <a:lnTo>
                  <a:pt x="1497444" y="337578"/>
                </a:lnTo>
                <a:lnTo>
                  <a:pt x="1604492" y="308838"/>
                </a:lnTo>
                <a:lnTo>
                  <a:pt x="1686547" y="614502"/>
                </a:lnTo>
                <a:lnTo>
                  <a:pt x="1773262" y="591210"/>
                </a:lnTo>
                <a:lnTo>
                  <a:pt x="1691208" y="285559"/>
                </a:lnTo>
                <a:lnTo>
                  <a:pt x="1799348" y="256527"/>
                </a:lnTo>
                <a:close/>
              </a:path>
              <a:path extrusionOk="0" h="1040129" w="2602229">
                <a:moveTo>
                  <a:pt x="2251786" y="308838"/>
                </a:moveTo>
                <a:lnTo>
                  <a:pt x="2243645" y="261213"/>
                </a:lnTo>
                <a:lnTo>
                  <a:pt x="2226856" y="215925"/>
                </a:lnTo>
                <a:lnTo>
                  <a:pt x="2209012" y="187058"/>
                </a:lnTo>
                <a:lnTo>
                  <a:pt x="2202827" y="177038"/>
                </a:lnTo>
                <a:lnTo>
                  <a:pt x="2172284" y="145529"/>
                </a:lnTo>
                <a:lnTo>
                  <a:pt x="2160930" y="138303"/>
                </a:lnTo>
                <a:lnTo>
                  <a:pt x="2160930" y="338340"/>
                </a:lnTo>
                <a:lnTo>
                  <a:pt x="2151049" y="382346"/>
                </a:lnTo>
                <a:lnTo>
                  <a:pt x="2125713" y="415226"/>
                </a:lnTo>
                <a:lnTo>
                  <a:pt x="2085975" y="434962"/>
                </a:lnTo>
                <a:lnTo>
                  <a:pt x="2041842" y="437730"/>
                </a:lnTo>
                <a:lnTo>
                  <a:pt x="2003247" y="422021"/>
                </a:lnTo>
                <a:lnTo>
                  <a:pt x="1972348" y="388962"/>
                </a:lnTo>
                <a:lnTo>
                  <a:pt x="1951367" y="339674"/>
                </a:lnTo>
                <a:lnTo>
                  <a:pt x="1944916" y="286740"/>
                </a:lnTo>
                <a:lnTo>
                  <a:pt x="1955088" y="242633"/>
                </a:lnTo>
                <a:lnTo>
                  <a:pt x="1980603" y="209575"/>
                </a:lnTo>
                <a:lnTo>
                  <a:pt x="2020176" y="189788"/>
                </a:lnTo>
                <a:lnTo>
                  <a:pt x="2064461" y="187058"/>
                </a:lnTo>
                <a:lnTo>
                  <a:pt x="2102891" y="202946"/>
                </a:lnTo>
                <a:lnTo>
                  <a:pt x="2133485" y="236118"/>
                </a:lnTo>
                <a:lnTo>
                  <a:pt x="2154250" y="285216"/>
                </a:lnTo>
                <a:lnTo>
                  <a:pt x="2160930" y="338340"/>
                </a:lnTo>
                <a:lnTo>
                  <a:pt x="2160930" y="138303"/>
                </a:lnTo>
                <a:lnTo>
                  <a:pt x="2135962" y="122377"/>
                </a:lnTo>
                <a:lnTo>
                  <a:pt x="2094572" y="108534"/>
                </a:lnTo>
                <a:lnTo>
                  <a:pt x="2048840" y="104990"/>
                </a:lnTo>
                <a:lnTo>
                  <a:pt x="1999475" y="112712"/>
                </a:lnTo>
                <a:lnTo>
                  <a:pt x="1952853" y="130759"/>
                </a:lnTo>
                <a:lnTo>
                  <a:pt x="1914969" y="156743"/>
                </a:lnTo>
                <a:lnTo>
                  <a:pt x="1885962" y="189484"/>
                </a:lnTo>
                <a:lnTo>
                  <a:pt x="1866011" y="227749"/>
                </a:lnTo>
                <a:lnTo>
                  <a:pt x="1855254" y="270344"/>
                </a:lnTo>
                <a:lnTo>
                  <a:pt x="1853857" y="316052"/>
                </a:lnTo>
                <a:lnTo>
                  <a:pt x="1861972" y="363677"/>
                </a:lnTo>
                <a:lnTo>
                  <a:pt x="1878799" y="408965"/>
                </a:lnTo>
                <a:lnTo>
                  <a:pt x="1902891" y="447827"/>
                </a:lnTo>
                <a:lnTo>
                  <a:pt x="1933536" y="479310"/>
                </a:lnTo>
                <a:lnTo>
                  <a:pt x="1969973" y="502437"/>
                </a:lnTo>
                <a:lnTo>
                  <a:pt x="2011476" y="516242"/>
                </a:lnTo>
                <a:lnTo>
                  <a:pt x="2057285" y="519760"/>
                </a:lnTo>
                <a:lnTo>
                  <a:pt x="2106676" y="512038"/>
                </a:lnTo>
                <a:lnTo>
                  <a:pt x="2153272" y="494004"/>
                </a:lnTo>
                <a:lnTo>
                  <a:pt x="2191080" y="468033"/>
                </a:lnTo>
                <a:lnTo>
                  <a:pt x="2217851" y="437730"/>
                </a:lnTo>
                <a:lnTo>
                  <a:pt x="2219972" y="435330"/>
                </a:lnTo>
                <a:lnTo>
                  <a:pt x="2239822" y="397090"/>
                </a:lnTo>
                <a:lnTo>
                  <a:pt x="2250478" y="354533"/>
                </a:lnTo>
                <a:lnTo>
                  <a:pt x="2251786" y="308838"/>
                </a:lnTo>
                <a:close/>
              </a:path>
              <a:path extrusionOk="0" h="1040129" w="2602229">
                <a:moveTo>
                  <a:pt x="2602141" y="145796"/>
                </a:moveTo>
                <a:lnTo>
                  <a:pt x="2597581" y="93891"/>
                </a:lnTo>
                <a:lnTo>
                  <a:pt x="2590342" y="78384"/>
                </a:lnTo>
                <a:lnTo>
                  <a:pt x="2575509" y="46609"/>
                </a:lnTo>
                <a:lnTo>
                  <a:pt x="2540050" y="14579"/>
                </a:lnTo>
                <a:lnTo>
                  <a:pt x="2513177" y="6134"/>
                </a:lnTo>
                <a:lnTo>
                  <a:pt x="2513177" y="139509"/>
                </a:lnTo>
                <a:lnTo>
                  <a:pt x="2506116" y="158330"/>
                </a:lnTo>
                <a:lnTo>
                  <a:pt x="2491028" y="172859"/>
                </a:lnTo>
                <a:lnTo>
                  <a:pt x="2468689" y="182435"/>
                </a:lnTo>
                <a:lnTo>
                  <a:pt x="2379307" y="206438"/>
                </a:lnTo>
                <a:lnTo>
                  <a:pt x="2352141" y="105270"/>
                </a:lnTo>
                <a:lnTo>
                  <a:pt x="2441537" y="81267"/>
                </a:lnTo>
                <a:lnTo>
                  <a:pt x="2465667" y="78384"/>
                </a:lnTo>
                <a:lnTo>
                  <a:pt x="2486025" y="83451"/>
                </a:lnTo>
                <a:lnTo>
                  <a:pt x="2501595" y="96380"/>
                </a:lnTo>
                <a:lnTo>
                  <a:pt x="2511387" y="117030"/>
                </a:lnTo>
                <a:lnTo>
                  <a:pt x="2513177" y="139509"/>
                </a:lnTo>
                <a:lnTo>
                  <a:pt x="2513177" y="6134"/>
                </a:lnTo>
                <a:lnTo>
                  <a:pt x="2493683" y="0"/>
                </a:lnTo>
                <a:lnTo>
                  <a:pt x="2438870" y="5080"/>
                </a:lnTo>
                <a:lnTo>
                  <a:pt x="2246693" y="56667"/>
                </a:lnTo>
                <a:lnTo>
                  <a:pt x="2348725" y="436727"/>
                </a:lnTo>
                <a:lnTo>
                  <a:pt x="2435441" y="413461"/>
                </a:lnTo>
                <a:lnTo>
                  <a:pt x="2399093" y="278028"/>
                </a:lnTo>
                <a:lnTo>
                  <a:pt x="2504541" y="249720"/>
                </a:lnTo>
                <a:lnTo>
                  <a:pt x="2554554" y="226745"/>
                </a:lnTo>
                <a:lnTo>
                  <a:pt x="2573299" y="206438"/>
                </a:lnTo>
                <a:lnTo>
                  <a:pt x="2587447" y="191096"/>
                </a:lnTo>
                <a:lnTo>
                  <a:pt x="2602141" y="145796"/>
                </a:lnTo>
                <a:close/>
              </a:path>
            </a:pathLst>
          </a:custGeom>
          <a:solidFill>
            <a:srgbClr val="FFFFFF">
              <a:alpha val="25098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2830607" y="6104244"/>
            <a:ext cx="468630" cy="501015"/>
          </a:xfrm>
          <a:custGeom>
            <a:rect b="b" l="l" r="r" t="t"/>
            <a:pathLst>
              <a:path extrusionOk="0" h="501015" w="468629">
                <a:moveTo>
                  <a:pt x="303257" y="211752"/>
                </a:moveTo>
                <a:lnTo>
                  <a:pt x="222778" y="186444"/>
                </a:lnTo>
                <a:lnTo>
                  <a:pt x="165754" y="287436"/>
                </a:lnTo>
                <a:lnTo>
                  <a:pt x="246233" y="312744"/>
                </a:lnTo>
                <a:lnTo>
                  <a:pt x="303257" y="211752"/>
                </a:lnTo>
                <a:close/>
              </a:path>
              <a:path extrusionOk="0" h="501015" w="468629">
                <a:moveTo>
                  <a:pt x="376302" y="234715"/>
                </a:moveTo>
                <a:lnTo>
                  <a:pt x="319288" y="335707"/>
                </a:lnTo>
                <a:lnTo>
                  <a:pt x="372041" y="352292"/>
                </a:lnTo>
                <a:lnTo>
                  <a:pt x="338094" y="412971"/>
                </a:lnTo>
                <a:lnTo>
                  <a:pt x="285342" y="396385"/>
                </a:lnTo>
                <a:lnTo>
                  <a:pt x="226579" y="500539"/>
                </a:lnTo>
                <a:lnTo>
                  <a:pt x="153545" y="477577"/>
                </a:lnTo>
                <a:lnTo>
                  <a:pt x="212297" y="373423"/>
                </a:lnTo>
                <a:lnTo>
                  <a:pt x="131807" y="348115"/>
                </a:lnTo>
                <a:lnTo>
                  <a:pt x="73055" y="452268"/>
                </a:lnTo>
                <a:lnTo>
                  <a:pt x="0" y="429306"/>
                </a:lnTo>
                <a:lnTo>
                  <a:pt x="58762" y="325152"/>
                </a:lnTo>
                <a:lnTo>
                  <a:pt x="4659" y="308137"/>
                </a:lnTo>
                <a:lnTo>
                  <a:pt x="38595" y="247458"/>
                </a:lnTo>
                <a:lnTo>
                  <a:pt x="92709" y="264473"/>
                </a:lnTo>
                <a:lnTo>
                  <a:pt x="149723" y="163481"/>
                </a:lnTo>
                <a:lnTo>
                  <a:pt x="95620" y="146466"/>
                </a:lnTo>
                <a:lnTo>
                  <a:pt x="130236" y="86007"/>
                </a:lnTo>
                <a:lnTo>
                  <a:pt x="183669" y="102803"/>
                </a:lnTo>
                <a:lnTo>
                  <a:pt x="242003" y="0"/>
                </a:lnTo>
                <a:lnTo>
                  <a:pt x="315047" y="22962"/>
                </a:lnTo>
                <a:lnTo>
                  <a:pt x="256714" y="125765"/>
                </a:lnTo>
                <a:lnTo>
                  <a:pt x="337204" y="151073"/>
                </a:lnTo>
                <a:lnTo>
                  <a:pt x="395537" y="48270"/>
                </a:lnTo>
                <a:lnTo>
                  <a:pt x="468582" y="71243"/>
                </a:lnTo>
                <a:lnTo>
                  <a:pt x="410249" y="174036"/>
                </a:lnTo>
                <a:lnTo>
                  <a:pt x="463682" y="190842"/>
                </a:lnTo>
                <a:lnTo>
                  <a:pt x="429065" y="251301"/>
                </a:lnTo>
                <a:lnTo>
                  <a:pt x="376302" y="234715"/>
                </a:lnTo>
                <a:close/>
              </a:path>
            </a:pathLst>
          </a:custGeom>
          <a:noFill/>
          <a:ln cap="flat" cmpd="sng" w="118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" name="Google Shape;32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21396" y="6312075"/>
            <a:ext cx="219392" cy="179985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4"/>
          <p:cNvSpPr/>
          <p:nvPr/>
        </p:nvSpPr>
        <p:spPr>
          <a:xfrm>
            <a:off x="3201944" y="6217371"/>
            <a:ext cx="567690" cy="564515"/>
          </a:xfrm>
          <a:custGeom>
            <a:rect b="b" l="l" r="r" t="t"/>
            <a:pathLst>
              <a:path extrusionOk="0" h="564515" w="567689">
                <a:moveTo>
                  <a:pt x="567616" y="83700"/>
                </a:moveTo>
                <a:lnTo>
                  <a:pt x="416636" y="563916"/>
                </a:lnTo>
                <a:lnTo>
                  <a:pt x="309770" y="530315"/>
                </a:lnTo>
                <a:lnTo>
                  <a:pt x="363570" y="359200"/>
                </a:lnTo>
                <a:lnTo>
                  <a:pt x="298640" y="338782"/>
                </a:lnTo>
                <a:lnTo>
                  <a:pt x="121064" y="470987"/>
                </a:lnTo>
                <a:lnTo>
                  <a:pt x="0" y="432925"/>
                </a:lnTo>
                <a:lnTo>
                  <a:pt x="187386" y="297861"/>
                </a:lnTo>
                <a:lnTo>
                  <a:pt x="147166" y="263015"/>
                </a:lnTo>
                <a:lnTo>
                  <a:pt x="121648" y="218853"/>
                </a:lnTo>
                <a:lnTo>
                  <a:pt x="112288" y="168063"/>
                </a:lnTo>
                <a:lnTo>
                  <a:pt x="120540" y="113333"/>
                </a:lnTo>
                <a:lnTo>
                  <a:pt x="139237" y="72541"/>
                </a:lnTo>
                <a:lnTo>
                  <a:pt x="166284" y="39989"/>
                </a:lnTo>
                <a:lnTo>
                  <a:pt x="200225" y="16500"/>
                </a:lnTo>
                <a:lnTo>
                  <a:pt x="239605" y="2895"/>
                </a:lnTo>
                <a:lnTo>
                  <a:pt x="282968" y="0"/>
                </a:lnTo>
                <a:lnTo>
                  <a:pt x="328859" y="8635"/>
                </a:lnTo>
                <a:lnTo>
                  <a:pt x="567616" y="83700"/>
                </a:lnTo>
                <a:close/>
              </a:path>
            </a:pathLst>
          </a:custGeom>
          <a:noFill/>
          <a:ln cap="flat" cmpd="sng" w="118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3710559" y="6330003"/>
            <a:ext cx="3351529" cy="1407160"/>
          </a:xfrm>
          <a:custGeom>
            <a:rect b="b" l="l" r="r" t="t"/>
            <a:pathLst>
              <a:path extrusionOk="0" h="1407159" w="3351529">
                <a:moveTo>
                  <a:pt x="583184" y="135877"/>
                </a:moveTo>
                <a:lnTo>
                  <a:pt x="459397" y="96951"/>
                </a:lnTo>
                <a:lnTo>
                  <a:pt x="272084" y="236512"/>
                </a:lnTo>
                <a:lnTo>
                  <a:pt x="203771" y="215036"/>
                </a:lnTo>
                <a:lnTo>
                  <a:pt x="260553" y="34442"/>
                </a:lnTo>
                <a:lnTo>
                  <a:pt x="150977" y="0"/>
                </a:lnTo>
                <a:lnTo>
                  <a:pt x="0" y="480212"/>
                </a:lnTo>
                <a:lnTo>
                  <a:pt x="109575" y="514654"/>
                </a:lnTo>
                <a:lnTo>
                  <a:pt x="174853" y="307009"/>
                </a:lnTo>
                <a:lnTo>
                  <a:pt x="239788" y="327431"/>
                </a:lnTo>
                <a:lnTo>
                  <a:pt x="313829" y="578878"/>
                </a:lnTo>
                <a:lnTo>
                  <a:pt x="437603" y="617791"/>
                </a:lnTo>
                <a:lnTo>
                  <a:pt x="345554" y="310146"/>
                </a:lnTo>
                <a:lnTo>
                  <a:pt x="583184" y="135877"/>
                </a:lnTo>
                <a:close/>
              </a:path>
              <a:path extrusionOk="0" h="1407159" w="3351529">
                <a:moveTo>
                  <a:pt x="1034313" y="277710"/>
                </a:moveTo>
                <a:lnTo>
                  <a:pt x="926782" y="243903"/>
                </a:lnTo>
                <a:lnTo>
                  <a:pt x="745096" y="450621"/>
                </a:lnTo>
                <a:lnTo>
                  <a:pt x="707631" y="175006"/>
                </a:lnTo>
                <a:lnTo>
                  <a:pt x="594004" y="139280"/>
                </a:lnTo>
                <a:lnTo>
                  <a:pt x="656005" y="551929"/>
                </a:lnTo>
                <a:lnTo>
                  <a:pt x="650290" y="558317"/>
                </a:lnTo>
                <a:lnTo>
                  <a:pt x="635330" y="571373"/>
                </a:lnTo>
                <a:lnTo>
                  <a:pt x="621182" y="577024"/>
                </a:lnTo>
                <a:lnTo>
                  <a:pt x="607352" y="577215"/>
                </a:lnTo>
                <a:lnTo>
                  <a:pt x="593369" y="573874"/>
                </a:lnTo>
                <a:lnTo>
                  <a:pt x="584479" y="570547"/>
                </a:lnTo>
                <a:lnTo>
                  <a:pt x="573303" y="565607"/>
                </a:lnTo>
                <a:lnTo>
                  <a:pt x="561822" y="559866"/>
                </a:lnTo>
                <a:lnTo>
                  <a:pt x="552005" y="554164"/>
                </a:lnTo>
                <a:lnTo>
                  <a:pt x="502742" y="637540"/>
                </a:lnTo>
                <a:lnTo>
                  <a:pt x="537616" y="658152"/>
                </a:lnTo>
                <a:lnTo>
                  <a:pt x="619810" y="679513"/>
                </a:lnTo>
                <a:lnTo>
                  <a:pt x="660793" y="670306"/>
                </a:lnTo>
                <a:lnTo>
                  <a:pt x="697217" y="645464"/>
                </a:lnTo>
                <a:lnTo>
                  <a:pt x="734542" y="607110"/>
                </a:lnTo>
                <a:lnTo>
                  <a:pt x="1034313" y="277710"/>
                </a:lnTo>
                <a:close/>
              </a:path>
              <a:path extrusionOk="0" h="1407159" w="3351529">
                <a:moveTo>
                  <a:pt x="1443342" y="529056"/>
                </a:moveTo>
                <a:lnTo>
                  <a:pt x="1440700" y="486956"/>
                </a:lnTo>
                <a:lnTo>
                  <a:pt x="1427149" y="448691"/>
                </a:lnTo>
                <a:lnTo>
                  <a:pt x="1404480" y="417474"/>
                </a:lnTo>
                <a:lnTo>
                  <a:pt x="1403032" y="415467"/>
                </a:lnTo>
                <a:lnTo>
                  <a:pt x="1368691" y="388480"/>
                </a:lnTo>
                <a:lnTo>
                  <a:pt x="1329448" y="371132"/>
                </a:lnTo>
                <a:lnTo>
                  <a:pt x="1329448" y="510540"/>
                </a:lnTo>
                <a:lnTo>
                  <a:pt x="1325829" y="539559"/>
                </a:lnTo>
                <a:lnTo>
                  <a:pt x="1312316" y="565035"/>
                </a:lnTo>
                <a:lnTo>
                  <a:pt x="1291780" y="580504"/>
                </a:lnTo>
                <a:lnTo>
                  <a:pt x="1265516" y="585812"/>
                </a:lnTo>
                <a:lnTo>
                  <a:pt x="1234833" y="580809"/>
                </a:lnTo>
                <a:lnTo>
                  <a:pt x="1121879" y="545299"/>
                </a:lnTo>
                <a:lnTo>
                  <a:pt x="1162062" y="417474"/>
                </a:lnTo>
                <a:lnTo>
                  <a:pt x="1275016" y="452970"/>
                </a:lnTo>
                <a:lnTo>
                  <a:pt x="1303045" y="466445"/>
                </a:lnTo>
                <a:lnTo>
                  <a:pt x="1321523" y="485902"/>
                </a:lnTo>
                <a:lnTo>
                  <a:pt x="1329448" y="510540"/>
                </a:lnTo>
                <a:lnTo>
                  <a:pt x="1329448" y="371132"/>
                </a:lnTo>
                <a:lnTo>
                  <a:pt x="1324483" y="368935"/>
                </a:lnTo>
                <a:lnTo>
                  <a:pt x="1081659" y="292608"/>
                </a:lnTo>
                <a:lnTo>
                  <a:pt x="930681" y="772820"/>
                </a:lnTo>
                <a:lnTo>
                  <a:pt x="1040257" y="807262"/>
                </a:lnTo>
                <a:lnTo>
                  <a:pt x="1094054" y="636143"/>
                </a:lnTo>
                <a:lnTo>
                  <a:pt x="1227302" y="678040"/>
                </a:lnTo>
                <a:lnTo>
                  <a:pt x="1274724" y="687362"/>
                </a:lnTo>
                <a:lnTo>
                  <a:pt x="1318285" y="685012"/>
                </a:lnTo>
                <a:lnTo>
                  <a:pt x="1357033" y="671728"/>
                </a:lnTo>
                <a:lnTo>
                  <a:pt x="1389989" y="648258"/>
                </a:lnTo>
                <a:lnTo>
                  <a:pt x="1399641" y="636143"/>
                </a:lnTo>
                <a:lnTo>
                  <a:pt x="1416215" y="615365"/>
                </a:lnTo>
                <a:lnTo>
                  <a:pt x="1429372" y="585812"/>
                </a:lnTo>
                <a:lnTo>
                  <a:pt x="1434731" y="573798"/>
                </a:lnTo>
                <a:lnTo>
                  <a:pt x="1443342" y="529056"/>
                </a:lnTo>
                <a:close/>
              </a:path>
              <a:path extrusionOk="0" h="1407159" w="3351529">
                <a:moveTo>
                  <a:pt x="1845144" y="1060323"/>
                </a:moveTo>
                <a:lnTo>
                  <a:pt x="1837855" y="867143"/>
                </a:lnTo>
                <a:lnTo>
                  <a:pt x="1836521" y="831799"/>
                </a:lnTo>
                <a:lnTo>
                  <a:pt x="1827250" y="586105"/>
                </a:lnTo>
                <a:lnTo>
                  <a:pt x="1825002" y="526300"/>
                </a:lnTo>
                <a:lnTo>
                  <a:pt x="1728203" y="495884"/>
                </a:lnTo>
                <a:lnTo>
                  <a:pt x="1728203" y="831799"/>
                </a:lnTo>
                <a:lnTo>
                  <a:pt x="1583461" y="786295"/>
                </a:lnTo>
                <a:lnTo>
                  <a:pt x="1643341" y="703783"/>
                </a:lnTo>
                <a:lnTo>
                  <a:pt x="1671078" y="664832"/>
                </a:lnTo>
                <a:lnTo>
                  <a:pt x="1698472" y="625208"/>
                </a:lnTo>
                <a:lnTo>
                  <a:pt x="1724444" y="586105"/>
                </a:lnTo>
                <a:lnTo>
                  <a:pt x="1724279" y="632206"/>
                </a:lnTo>
                <a:lnTo>
                  <a:pt x="1724952" y="679627"/>
                </a:lnTo>
                <a:lnTo>
                  <a:pt x="1726006" y="726744"/>
                </a:lnTo>
                <a:lnTo>
                  <a:pt x="1728203" y="831799"/>
                </a:lnTo>
                <a:lnTo>
                  <a:pt x="1728203" y="495884"/>
                </a:lnTo>
                <a:lnTo>
                  <a:pt x="1680933" y="481012"/>
                </a:lnTo>
                <a:lnTo>
                  <a:pt x="1359509" y="907630"/>
                </a:lnTo>
                <a:lnTo>
                  <a:pt x="1469085" y="942086"/>
                </a:lnTo>
                <a:lnTo>
                  <a:pt x="1523860" y="867143"/>
                </a:lnTo>
                <a:lnTo>
                  <a:pt x="1729473" y="931786"/>
                </a:lnTo>
                <a:lnTo>
                  <a:pt x="1730832" y="1024382"/>
                </a:lnTo>
                <a:lnTo>
                  <a:pt x="1845144" y="1060323"/>
                </a:lnTo>
                <a:close/>
              </a:path>
              <a:path extrusionOk="0" h="1407159" w="3351529">
                <a:moveTo>
                  <a:pt x="2399233" y="706843"/>
                </a:moveTo>
                <a:lnTo>
                  <a:pt x="2017763" y="586905"/>
                </a:lnTo>
                <a:lnTo>
                  <a:pt x="1988210" y="680923"/>
                </a:lnTo>
                <a:lnTo>
                  <a:pt x="2123478" y="723455"/>
                </a:lnTo>
                <a:lnTo>
                  <a:pt x="2002053" y="1109649"/>
                </a:lnTo>
                <a:lnTo>
                  <a:pt x="2111629" y="1144104"/>
                </a:lnTo>
                <a:lnTo>
                  <a:pt x="2233053" y="757910"/>
                </a:lnTo>
                <a:lnTo>
                  <a:pt x="2369680" y="800862"/>
                </a:lnTo>
                <a:lnTo>
                  <a:pt x="2399233" y="706843"/>
                </a:lnTo>
                <a:close/>
              </a:path>
              <a:path extrusionOk="0" h="1407159" w="3351529">
                <a:moveTo>
                  <a:pt x="2860840" y="1017879"/>
                </a:moveTo>
                <a:lnTo>
                  <a:pt x="2857258" y="973442"/>
                </a:lnTo>
                <a:lnTo>
                  <a:pt x="2846374" y="931430"/>
                </a:lnTo>
                <a:lnTo>
                  <a:pt x="2828264" y="892568"/>
                </a:lnTo>
                <a:lnTo>
                  <a:pt x="2802953" y="857580"/>
                </a:lnTo>
                <a:lnTo>
                  <a:pt x="2770517" y="827189"/>
                </a:lnTo>
                <a:lnTo>
                  <a:pt x="2743771" y="810247"/>
                </a:lnTo>
                <a:lnTo>
                  <a:pt x="2743771" y="1021067"/>
                </a:lnTo>
                <a:lnTo>
                  <a:pt x="2732951" y="1075601"/>
                </a:lnTo>
                <a:lnTo>
                  <a:pt x="2710535" y="1126782"/>
                </a:lnTo>
                <a:lnTo>
                  <a:pt x="2680360" y="1164577"/>
                </a:lnTo>
                <a:lnTo>
                  <a:pt x="2643759" y="1188250"/>
                </a:lnTo>
                <a:lnTo>
                  <a:pt x="2602014" y="1197063"/>
                </a:lnTo>
                <a:lnTo>
                  <a:pt x="2556433" y="1190307"/>
                </a:lnTo>
                <a:lnTo>
                  <a:pt x="2515362" y="1169822"/>
                </a:lnTo>
                <a:lnTo>
                  <a:pt x="2486025" y="1138656"/>
                </a:lnTo>
                <a:lnTo>
                  <a:pt x="2469261" y="1098207"/>
                </a:lnTo>
                <a:lnTo>
                  <a:pt x="2465844" y="1049858"/>
                </a:lnTo>
                <a:lnTo>
                  <a:pt x="2476614" y="995006"/>
                </a:lnTo>
                <a:lnTo>
                  <a:pt x="2499080" y="944130"/>
                </a:lnTo>
                <a:lnTo>
                  <a:pt x="2529535" y="906475"/>
                </a:lnTo>
                <a:lnTo>
                  <a:pt x="2566466" y="882789"/>
                </a:lnTo>
                <a:lnTo>
                  <a:pt x="2608402" y="873887"/>
                </a:lnTo>
                <a:lnTo>
                  <a:pt x="2653817" y="880529"/>
                </a:lnTo>
                <a:lnTo>
                  <a:pt x="2695054" y="901128"/>
                </a:lnTo>
                <a:lnTo>
                  <a:pt x="2724200" y="932383"/>
                </a:lnTo>
                <a:lnTo>
                  <a:pt x="2740647" y="972845"/>
                </a:lnTo>
                <a:lnTo>
                  <a:pt x="2743771" y="1021067"/>
                </a:lnTo>
                <a:lnTo>
                  <a:pt x="2743771" y="810247"/>
                </a:lnTo>
                <a:lnTo>
                  <a:pt x="2730982" y="802132"/>
                </a:lnTo>
                <a:lnTo>
                  <a:pt x="2684437" y="783132"/>
                </a:lnTo>
                <a:lnTo>
                  <a:pt x="2635364" y="772071"/>
                </a:lnTo>
                <a:lnTo>
                  <a:pt x="2588539" y="769988"/>
                </a:lnTo>
                <a:lnTo>
                  <a:pt x="2544457" y="776312"/>
                </a:lnTo>
                <a:lnTo>
                  <a:pt x="2503576" y="790486"/>
                </a:lnTo>
                <a:lnTo>
                  <a:pt x="2466365" y="811961"/>
                </a:lnTo>
                <a:lnTo>
                  <a:pt x="2433307" y="840155"/>
                </a:lnTo>
                <a:lnTo>
                  <a:pt x="2404846" y="874522"/>
                </a:lnTo>
                <a:lnTo>
                  <a:pt x="2381478" y="914488"/>
                </a:lnTo>
                <a:lnTo>
                  <a:pt x="2363660" y="959497"/>
                </a:lnTo>
                <a:lnTo>
                  <a:pt x="2352510" y="1006614"/>
                </a:lnTo>
                <a:lnTo>
                  <a:pt x="2348814" y="1052766"/>
                </a:lnTo>
                <a:lnTo>
                  <a:pt x="2352484" y="1097229"/>
                </a:lnTo>
                <a:lnTo>
                  <a:pt x="2363457" y="1139278"/>
                </a:lnTo>
                <a:lnTo>
                  <a:pt x="2381694" y="1178166"/>
                </a:lnTo>
                <a:lnTo>
                  <a:pt x="2407107" y="1213192"/>
                </a:lnTo>
                <a:lnTo>
                  <a:pt x="2439632" y="1243609"/>
                </a:lnTo>
                <a:lnTo>
                  <a:pt x="2479217" y="1268691"/>
                </a:lnTo>
                <a:lnTo>
                  <a:pt x="2525801" y="1287703"/>
                </a:lnTo>
                <a:lnTo>
                  <a:pt x="2574848" y="1298752"/>
                </a:lnTo>
                <a:lnTo>
                  <a:pt x="2621610" y="1300822"/>
                </a:lnTo>
                <a:lnTo>
                  <a:pt x="2665603" y="1294460"/>
                </a:lnTo>
                <a:lnTo>
                  <a:pt x="2706382" y="1280248"/>
                </a:lnTo>
                <a:lnTo>
                  <a:pt x="2743479" y="1258747"/>
                </a:lnTo>
                <a:lnTo>
                  <a:pt x="2776436" y="1230515"/>
                </a:lnTo>
                <a:lnTo>
                  <a:pt x="2804020" y="1197063"/>
                </a:lnTo>
                <a:lnTo>
                  <a:pt x="2828112" y="1156131"/>
                </a:lnTo>
                <a:lnTo>
                  <a:pt x="2845905" y="1111110"/>
                </a:lnTo>
                <a:lnTo>
                  <a:pt x="2857068" y="1064006"/>
                </a:lnTo>
                <a:lnTo>
                  <a:pt x="2860840" y="1017879"/>
                </a:lnTo>
                <a:close/>
              </a:path>
              <a:path extrusionOk="0" h="1407159" w="3351529">
                <a:moveTo>
                  <a:pt x="3351390" y="1128953"/>
                </a:moveTo>
                <a:lnTo>
                  <a:pt x="3348748" y="1086840"/>
                </a:lnTo>
                <a:lnTo>
                  <a:pt x="3335197" y="1048575"/>
                </a:lnTo>
                <a:lnTo>
                  <a:pt x="3312528" y="1017358"/>
                </a:lnTo>
                <a:lnTo>
                  <a:pt x="3311080" y="1015352"/>
                </a:lnTo>
                <a:lnTo>
                  <a:pt x="3276739" y="988364"/>
                </a:lnTo>
                <a:lnTo>
                  <a:pt x="3237496" y="971016"/>
                </a:lnTo>
                <a:lnTo>
                  <a:pt x="3237496" y="1110424"/>
                </a:lnTo>
                <a:lnTo>
                  <a:pt x="3233877" y="1139444"/>
                </a:lnTo>
                <a:lnTo>
                  <a:pt x="3220364" y="1164932"/>
                </a:lnTo>
                <a:lnTo>
                  <a:pt x="3199828" y="1180388"/>
                </a:lnTo>
                <a:lnTo>
                  <a:pt x="3173565" y="1185697"/>
                </a:lnTo>
                <a:lnTo>
                  <a:pt x="3142869" y="1180706"/>
                </a:lnTo>
                <a:lnTo>
                  <a:pt x="3029928" y="1145184"/>
                </a:lnTo>
                <a:lnTo>
                  <a:pt x="3070110" y="1017358"/>
                </a:lnTo>
                <a:lnTo>
                  <a:pt x="3183064" y="1052868"/>
                </a:lnTo>
                <a:lnTo>
                  <a:pt x="3211093" y="1066330"/>
                </a:lnTo>
                <a:lnTo>
                  <a:pt x="3229572" y="1085786"/>
                </a:lnTo>
                <a:lnTo>
                  <a:pt x="3237496" y="1110424"/>
                </a:lnTo>
                <a:lnTo>
                  <a:pt x="3237496" y="971016"/>
                </a:lnTo>
                <a:lnTo>
                  <a:pt x="3232531" y="968819"/>
                </a:lnTo>
                <a:lnTo>
                  <a:pt x="2989707" y="892492"/>
                </a:lnTo>
                <a:lnTo>
                  <a:pt x="2838729" y="1372704"/>
                </a:lnTo>
                <a:lnTo>
                  <a:pt x="2948305" y="1407160"/>
                </a:lnTo>
                <a:lnTo>
                  <a:pt x="3002102" y="1236027"/>
                </a:lnTo>
                <a:lnTo>
                  <a:pt x="3135350" y="1277924"/>
                </a:lnTo>
                <a:lnTo>
                  <a:pt x="3182772" y="1287246"/>
                </a:lnTo>
                <a:lnTo>
                  <a:pt x="3226333" y="1284897"/>
                </a:lnTo>
                <a:lnTo>
                  <a:pt x="3265068" y="1271612"/>
                </a:lnTo>
                <a:lnTo>
                  <a:pt x="3298037" y="1248143"/>
                </a:lnTo>
                <a:lnTo>
                  <a:pt x="3307689" y="1236027"/>
                </a:lnTo>
                <a:lnTo>
                  <a:pt x="3324250" y="1215250"/>
                </a:lnTo>
                <a:lnTo>
                  <a:pt x="3337420" y="1185697"/>
                </a:lnTo>
                <a:lnTo>
                  <a:pt x="3342779" y="1173683"/>
                </a:lnTo>
                <a:lnTo>
                  <a:pt x="3351390" y="1128953"/>
                </a:lnTo>
                <a:close/>
              </a:path>
            </a:pathLst>
          </a:custGeom>
          <a:solidFill>
            <a:srgbClr val="FFFFFF">
              <a:alpha val="25098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10225878" y="2579200"/>
            <a:ext cx="353695" cy="534035"/>
          </a:xfrm>
          <a:custGeom>
            <a:rect b="b" l="l" r="r" t="t"/>
            <a:pathLst>
              <a:path extrusionOk="0" h="534035" w="353695">
                <a:moveTo>
                  <a:pt x="220422" y="200957"/>
                </a:moveTo>
                <a:lnTo>
                  <a:pt x="137346" y="215647"/>
                </a:lnTo>
                <a:lnTo>
                  <a:pt x="133367" y="331560"/>
                </a:lnTo>
                <a:lnTo>
                  <a:pt x="216443" y="316859"/>
                </a:lnTo>
                <a:lnTo>
                  <a:pt x="220422" y="200957"/>
                </a:lnTo>
                <a:close/>
              </a:path>
              <a:path extrusionOk="0" h="534035" w="353695">
                <a:moveTo>
                  <a:pt x="295823" y="187617"/>
                </a:moveTo>
                <a:lnTo>
                  <a:pt x="291844" y="303530"/>
                </a:lnTo>
                <a:lnTo>
                  <a:pt x="346303" y="293896"/>
                </a:lnTo>
                <a:lnTo>
                  <a:pt x="344188" y="363392"/>
                </a:lnTo>
                <a:lnTo>
                  <a:pt x="289739" y="373014"/>
                </a:lnTo>
                <a:lnTo>
                  <a:pt x="285677" y="492539"/>
                </a:lnTo>
                <a:lnTo>
                  <a:pt x="210276" y="505879"/>
                </a:lnTo>
                <a:lnTo>
                  <a:pt x="214339" y="386354"/>
                </a:lnTo>
                <a:lnTo>
                  <a:pt x="131252" y="401055"/>
                </a:lnTo>
                <a:lnTo>
                  <a:pt x="127189" y="520570"/>
                </a:lnTo>
                <a:lnTo>
                  <a:pt x="51788" y="533910"/>
                </a:lnTo>
                <a:lnTo>
                  <a:pt x="55851" y="414385"/>
                </a:lnTo>
                <a:lnTo>
                  <a:pt x="0" y="424269"/>
                </a:lnTo>
                <a:lnTo>
                  <a:pt x="2104" y="354774"/>
                </a:lnTo>
                <a:lnTo>
                  <a:pt x="57956" y="344890"/>
                </a:lnTo>
                <a:lnTo>
                  <a:pt x="61945" y="228987"/>
                </a:lnTo>
                <a:lnTo>
                  <a:pt x="6083" y="238872"/>
                </a:lnTo>
                <a:lnTo>
                  <a:pt x="8889" y="169251"/>
                </a:lnTo>
                <a:lnTo>
                  <a:pt x="64050" y="159492"/>
                </a:lnTo>
                <a:lnTo>
                  <a:pt x="68353" y="41370"/>
                </a:lnTo>
                <a:lnTo>
                  <a:pt x="143754" y="28041"/>
                </a:lnTo>
                <a:lnTo>
                  <a:pt x="139451" y="146163"/>
                </a:lnTo>
                <a:lnTo>
                  <a:pt x="222537" y="131461"/>
                </a:lnTo>
                <a:lnTo>
                  <a:pt x="226841" y="13339"/>
                </a:lnTo>
                <a:lnTo>
                  <a:pt x="302242" y="0"/>
                </a:lnTo>
                <a:lnTo>
                  <a:pt x="297928" y="118122"/>
                </a:lnTo>
                <a:lnTo>
                  <a:pt x="353088" y="108373"/>
                </a:lnTo>
                <a:lnTo>
                  <a:pt x="350282" y="177984"/>
                </a:lnTo>
                <a:lnTo>
                  <a:pt x="295823" y="187617"/>
                </a:lnTo>
                <a:close/>
              </a:path>
            </a:pathLst>
          </a:custGeom>
          <a:noFill/>
          <a:ln cap="flat" cmpd="sng" w="118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" name="Google Shape;36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726209" y="2580571"/>
            <a:ext cx="213344" cy="165300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/>
          <p:nvPr/>
        </p:nvSpPr>
        <p:spPr>
          <a:xfrm>
            <a:off x="10618184" y="2473548"/>
            <a:ext cx="473075" cy="572135"/>
          </a:xfrm>
          <a:custGeom>
            <a:rect b="b" l="l" r="r" t="t"/>
            <a:pathLst>
              <a:path extrusionOk="0" h="572135" w="473075">
                <a:moveTo>
                  <a:pt x="385178" y="0"/>
                </a:moveTo>
                <a:lnTo>
                  <a:pt x="472851" y="495691"/>
                </a:lnTo>
                <a:lnTo>
                  <a:pt x="362540" y="515209"/>
                </a:lnTo>
                <a:lnTo>
                  <a:pt x="331305" y="338576"/>
                </a:lnTo>
                <a:lnTo>
                  <a:pt x="264281" y="350429"/>
                </a:lnTo>
                <a:lnTo>
                  <a:pt x="167761" y="549658"/>
                </a:lnTo>
                <a:lnTo>
                  <a:pt x="42791" y="571762"/>
                </a:lnTo>
                <a:lnTo>
                  <a:pt x="146693" y="365465"/>
                </a:lnTo>
                <a:lnTo>
                  <a:pt x="94935" y="353107"/>
                </a:lnTo>
                <a:lnTo>
                  <a:pt x="51919" y="325703"/>
                </a:lnTo>
                <a:lnTo>
                  <a:pt x="20176" y="284966"/>
                </a:lnTo>
                <a:lnTo>
                  <a:pt x="2237" y="232610"/>
                </a:lnTo>
                <a:lnTo>
                  <a:pt x="0" y="187794"/>
                </a:lnTo>
                <a:lnTo>
                  <a:pt x="8972" y="146433"/>
                </a:lnTo>
                <a:lnTo>
                  <a:pt x="28243" y="109931"/>
                </a:lnTo>
                <a:lnTo>
                  <a:pt x="56900" y="79688"/>
                </a:lnTo>
                <a:lnTo>
                  <a:pt x="94031" y="57107"/>
                </a:lnTo>
                <a:lnTo>
                  <a:pt x="138725" y="43590"/>
                </a:lnTo>
                <a:lnTo>
                  <a:pt x="385178" y="0"/>
                </a:lnTo>
                <a:close/>
              </a:path>
            </a:pathLst>
          </a:custGeom>
          <a:noFill/>
          <a:ln cap="flat" cmpd="sng" w="118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11098302" y="1891061"/>
            <a:ext cx="3376295" cy="1061720"/>
          </a:xfrm>
          <a:custGeom>
            <a:rect b="b" l="l" r="r" t="t"/>
            <a:pathLst>
              <a:path extrusionOk="0" h="1061720" w="3376294">
                <a:moveTo>
                  <a:pt x="539407" y="981494"/>
                </a:moveTo>
                <a:lnTo>
                  <a:pt x="315747" y="751052"/>
                </a:lnTo>
                <a:lnTo>
                  <a:pt x="446138" y="486791"/>
                </a:lnTo>
                <a:lnTo>
                  <a:pt x="318376" y="509384"/>
                </a:lnTo>
                <a:lnTo>
                  <a:pt x="216598" y="719632"/>
                </a:lnTo>
                <a:lnTo>
                  <a:pt x="146088" y="732104"/>
                </a:lnTo>
                <a:lnTo>
                  <a:pt x="113106" y="545680"/>
                </a:lnTo>
                <a:lnTo>
                  <a:pt x="0" y="565696"/>
                </a:lnTo>
                <a:lnTo>
                  <a:pt x="87680" y="1061402"/>
                </a:lnTo>
                <a:lnTo>
                  <a:pt x="200787" y="1041387"/>
                </a:lnTo>
                <a:lnTo>
                  <a:pt x="162877" y="827049"/>
                </a:lnTo>
                <a:lnTo>
                  <a:pt x="229908" y="815200"/>
                </a:lnTo>
                <a:lnTo>
                  <a:pt x="411632" y="1004087"/>
                </a:lnTo>
                <a:lnTo>
                  <a:pt x="539407" y="981494"/>
                </a:lnTo>
                <a:close/>
              </a:path>
              <a:path extrusionOk="0" h="1061720" w="3376294">
                <a:moveTo>
                  <a:pt x="911821" y="404418"/>
                </a:moveTo>
                <a:lnTo>
                  <a:pt x="800811" y="424053"/>
                </a:lnTo>
                <a:lnTo>
                  <a:pt x="735037" y="691286"/>
                </a:lnTo>
                <a:lnTo>
                  <a:pt x="574598" y="464058"/>
                </a:lnTo>
                <a:lnTo>
                  <a:pt x="457314" y="484809"/>
                </a:lnTo>
                <a:lnTo>
                  <a:pt x="702767" y="822286"/>
                </a:lnTo>
                <a:lnTo>
                  <a:pt x="700633" y="830580"/>
                </a:lnTo>
                <a:lnTo>
                  <a:pt x="671258" y="867156"/>
                </a:lnTo>
                <a:lnTo>
                  <a:pt x="622871" y="872782"/>
                </a:lnTo>
                <a:lnTo>
                  <a:pt x="611530" y="872261"/>
                </a:lnTo>
                <a:lnTo>
                  <a:pt x="606298" y="968946"/>
                </a:lnTo>
                <a:lnTo>
                  <a:pt x="626643" y="970902"/>
                </a:lnTo>
                <a:lnTo>
                  <a:pt x="646747" y="971143"/>
                </a:lnTo>
                <a:lnTo>
                  <a:pt x="665137" y="970076"/>
                </a:lnTo>
                <a:lnTo>
                  <a:pt x="729526" y="952169"/>
                </a:lnTo>
                <a:lnTo>
                  <a:pt x="761631" y="925093"/>
                </a:lnTo>
                <a:lnTo>
                  <a:pt x="782472" y="886231"/>
                </a:lnTo>
                <a:lnTo>
                  <a:pt x="797890" y="834974"/>
                </a:lnTo>
                <a:lnTo>
                  <a:pt x="911821" y="404418"/>
                </a:lnTo>
                <a:close/>
              </a:path>
              <a:path extrusionOk="0" h="1061720" w="3376294">
                <a:moveTo>
                  <a:pt x="1406436" y="527723"/>
                </a:moveTo>
                <a:lnTo>
                  <a:pt x="1403680" y="482307"/>
                </a:lnTo>
                <a:lnTo>
                  <a:pt x="1390675" y="438632"/>
                </a:lnTo>
                <a:lnTo>
                  <a:pt x="1368907" y="402501"/>
                </a:lnTo>
                <a:lnTo>
                  <a:pt x="1339227" y="374815"/>
                </a:lnTo>
                <a:lnTo>
                  <a:pt x="1302499" y="356463"/>
                </a:lnTo>
                <a:lnTo>
                  <a:pt x="1291272" y="354355"/>
                </a:lnTo>
                <a:lnTo>
                  <a:pt x="1291272" y="502183"/>
                </a:lnTo>
                <a:lnTo>
                  <a:pt x="1291043" y="531025"/>
                </a:lnTo>
                <a:lnTo>
                  <a:pt x="1279969" y="554228"/>
                </a:lnTo>
                <a:lnTo>
                  <a:pt x="1259116" y="571055"/>
                </a:lnTo>
                <a:lnTo>
                  <a:pt x="1229588" y="580771"/>
                </a:lnTo>
                <a:lnTo>
                  <a:pt x="1112989" y="601395"/>
                </a:lnTo>
                <a:lnTo>
                  <a:pt x="1089647" y="469442"/>
                </a:lnTo>
                <a:lnTo>
                  <a:pt x="1206246" y="448830"/>
                </a:lnTo>
                <a:lnTo>
                  <a:pt x="1237322" y="447840"/>
                </a:lnTo>
                <a:lnTo>
                  <a:pt x="1262697" y="456565"/>
                </a:lnTo>
                <a:lnTo>
                  <a:pt x="1281099" y="474764"/>
                </a:lnTo>
                <a:lnTo>
                  <a:pt x="1291272" y="502183"/>
                </a:lnTo>
                <a:lnTo>
                  <a:pt x="1291272" y="354355"/>
                </a:lnTo>
                <a:lnTo>
                  <a:pt x="1259573" y="348373"/>
                </a:lnTo>
                <a:lnTo>
                  <a:pt x="1211338" y="351434"/>
                </a:lnTo>
                <a:lnTo>
                  <a:pt x="960704" y="395770"/>
                </a:lnTo>
                <a:lnTo>
                  <a:pt x="1048372" y="891476"/>
                </a:lnTo>
                <a:lnTo>
                  <a:pt x="1161478" y="871461"/>
                </a:lnTo>
                <a:lnTo>
                  <a:pt x="1130236" y="694829"/>
                </a:lnTo>
                <a:lnTo>
                  <a:pt x="1267777" y="670509"/>
                </a:lnTo>
                <a:lnTo>
                  <a:pt x="1314145" y="656894"/>
                </a:lnTo>
                <a:lnTo>
                  <a:pt x="1351711" y="634695"/>
                </a:lnTo>
                <a:lnTo>
                  <a:pt x="1379943" y="605040"/>
                </a:lnTo>
                <a:lnTo>
                  <a:pt x="1381798" y="601395"/>
                </a:lnTo>
                <a:lnTo>
                  <a:pt x="1398358" y="569010"/>
                </a:lnTo>
                <a:lnTo>
                  <a:pt x="1406436" y="527723"/>
                </a:lnTo>
                <a:close/>
              </a:path>
              <a:path extrusionOk="0" h="1061720" w="3376294">
                <a:moveTo>
                  <a:pt x="1992299" y="724509"/>
                </a:moveTo>
                <a:lnTo>
                  <a:pt x="1957793" y="663879"/>
                </a:lnTo>
                <a:lnTo>
                  <a:pt x="1922691" y="602183"/>
                </a:lnTo>
                <a:lnTo>
                  <a:pt x="1784591" y="359524"/>
                </a:lnTo>
                <a:lnTo>
                  <a:pt x="1783105" y="356920"/>
                </a:lnTo>
                <a:lnTo>
                  <a:pt x="1783105" y="575754"/>
                </a:lnTo>
                <a:lnTo>
                  <a:pt x="1633702" y="602183"/>
                </a:lnTo>
                <a:lnTo>
                  <a:pt x="1641894" y="546735"/>
                </a:lnTo>
                <a:lnTo>
                  <a:pt x="1648739" y="501345"/>
                </a:lnTo>
                <a:lnTo>
                  <a:pt x="1655368" y="453986"/>
                </a:lnTo>
                <a:lnTo>
                  <a:pt x="1661375" y="406184"/>
                </a:lnTo>
                <a:lnTo>
                  <a:pt x="1666379" y="359524"/>
                </a:lnTo>
                <a:lnTo>
                  <a:pt x="1687512" y="400494"/>
                </a:lnTo>
                <a:lnTo>
                  <a:pt x="1709991" y="442252"/>
                </a:lnTo>
                <a:lnTo>
                  <a:pt x="1783105" y="575754"/>
                </a:lnTo>
                <a:lnTo>
                  <a:pt x="1783105" y="356920"/>
                </a:lnTo>
                <a:lnTo>
                  <a:pt x="1727987" y="260057"/>
                </a:lnTo>
                <a:lnTo>
                  <a:pt x="1579283" y="286359"/>
                </a:lnTo>
                <a:lnTo>
                  <a:pt x="1491018" y="813181"/>
                </a:lnTo>
                <a:lnTo>
                  <a:pt x="1604124" y="793165"/>
                </a:lnTo>
                <a:lnTo>
                  <a:pt x="1618132" y="701421"/>
                </a:lnTo>
                <a:lnTo>
                  <a:pt x="1830374" y="663879"/>
                </a:lnTo>
                <a:lnTo>
                  <a:pt x="1874304" y="745388"/>
                </a:lnTo>
                <a:lnTo>
                  <a:pt x="1992299" y="724509"/>
                </a:lnTo>
                <a:close/>
              </a:path>
              <a:path extrusionOk="0" h="1061720" w="3376294">
                <a:moveTo>
                  <a:pt x="2337905" y="252260"/>
                </a:moveTo>
                <a:lnTo>
                  <a:pt x="2320747" y="155219"/>
                </a:lnTo>
                <a:lnTo>
                  <a:pt x="1926971" y="224866"/>
                </a:lnTo>
                <a:lnTo>
                  <a:pt x="1944141" y="321906"/>
                </a:lnTo>
                <a:lnTo>
                  <a:pt x="2083765" y="297218"/>
                </a:lnTo>
                <a:lnTo>
                  <a:pt x="2154288" y="695858"/>
                </a:lnTo>
                <a:lnTo>
                  <a:pt x="2267381" y="675868"/>
                </a:lnTo>
                <a:lnTo>
                  <a:pt x="2196871" y="277202"/>
                </a:lnTo>
                <a:lnTo>
                  <a:pt x="2337905" y="252260"/>
                </a:lnTo>
                <a:close/>
              </a:path>
              <a:path extrusionOk="0" h="1061720" w="3376294">
                <a:moveTo>
                  <a:pt x="2908554" y="355879"/>
                </a:moveTo>
                <a:lnTo>
                  <a:pt x="2903575" y="307733"/>
                </a:lnTo>
                <a:lnTo>
                  <a:pt x="2891739" y="260794"/>
                </a:lnTo>
                <a:lnTo>
                  <a:pt x="2873794" y="218135"/>
                </a:lnTo>
                <a:lnTo>
                  <a:pt x="2856814" y="191058"/>
                </a:lnTo>
                <a:lnTo>
                  <a:pt x="2850108" y="180365"/>
                </a:lnTo>
                <a:lnTo>
                  <a:pt x="2821063" y="148107"/>
                </a:lnTo>
                <a:lnTo>
                  <a:pt x="2790698" y="124790"/>
                </a:lnTo>
                <a:lnTo>
                  <a:pt x="2790698" y="384098"/>
                </a:lnTo>
                <a:lnTo>
                  <a:pt x="2781376" y="431546"/>
                </a:lnTo>
                <a:lnTo>
                  <a:pt x="2759837" y="469442"/>
                </a:lnTo>
                <a:lnTo>
                  <a:pt x="2726867" y="496531"/>
                </a:lnTo>
                <a:lnTo>
                  <a:pt x="2683306" y="511568"/>
                </a:lnTo>
                <a:lnTo>
                  <a:pt x="2637421" y="512356"/>
                </a:lnTo>
                <a:lnTo>
                  <a:pt x="2597023" y="498246"/>
                </a:lnTo>
                <a:lnTo>
                  <a:pt x="2563469" y="470090"/>
                </a:lnTo>
                <a:lnTo>
                  <a:pt x="2538133" y="428777"/>
                </a:lnTo>
                <a:lnTo>
                  <a:pt x="2522372" y="375158"/>
                </a:lnTo>
                <a:lnTo>
                  <a:pt x="2518829" y="319659"/>
                </a:lnTo>
                <a:lnTo>
                  <a:pt x="2528468" y="272186"/>
                </a:lnTo>
                <a:lnTo>
                  <a:pt x="2550299" y="234137"/>
                </a:lnTo>
                <a:lnTo>
                  <a:pt x="2583383" y="206883"/>
                </a:lnTo>
                <a:lnTo>
                  <a:pt x="2626741" y="191808"/>
                </a:lnTo>
                <a:lnTo>
                  <a:pt x="2672829" y="191058"/>
                </a:lnTo>
                <a:lnTo>
                  <a:pt x="2713113" y="205333"/>
                </a:lnTo>
                <a:lnTo>
                  <a:pt x="2746375" y="233641"/>
                </a:lnTo>
                <a:lnTo>
                  <a:pt x="2771406" y="274980"/>
                </a:lnTo>
                <a:lnTo>
                  <a:pt x="2786977" y="328345"/>
                </a:lnTo>
                <a:lnTo>
                  <a:pt x="2790698" y="384098"/>
                </a:lnTo>
                <a:lnTo>
                  <a:pt x="2790698" y="124790"/>
                </a:lnTo>
                <a:lnTo>
                  <a:pt x="2787065" y="121996"/>
                </a:lnTo>
                <a:lnTo>
                  <a:pt x="2748457" y="102628"/>
                </a:lnTo>
                <a:lnTo>
                  <a:pt x="2705658" y="90652"/>
                </a:lnTo>
                <a:lnTo>
                  <a:pt x="2659037" y="86652"/>
                </a:lnTo>
                <a:lnTo>
                  <a:pt x="2608961" y="91274"/>
                </a:lnTo>
                <a:lnTo>
                  <a:pt x="2560320" y="104114"/>
                </a:lnTo>
                <a:lnTo>
                  <a:pt x="2517825" y="123863"/>
                </a:lnTo>
                <a:lnTo>
                  <a:pt x="2481643" y="149821"/>
                </a:lnTo>
                <a:lnTo>
                  <a:pt x="2451912" y="181267"/>
                </a:lnTo>
                <a:lnTo>
                  <a:pt x="2428811" y="217487"/>
                </a:lnTo>
                <a:lnTo>
                  <a:pt x="2412492" y="257759"/>
                </a:lnTo>
                <a:lnTo>
                  <a:pt x="2403106" y="301371"/>
                </a:lnTo>
                <a:lnTo>
                  <a:pt x="2400808" y="347624"/>
                </a:lnTo>
                <a:lnTo>
                  <a:pt x="2405773" y="395770"/>
                </a:lnTo>
                <a:lnTo>
                  <a:pt x="2417635" y="442709"/>
                </a:lnTo>
                <a:lnTo>
                  <a:pt x="2435644" y="485368"/>
                </a:lnTo>
                <a:lnTo>
                  <a:pt x="2459418" y="523113"/>
                </a:lnTo>
                <a:lnTo>
                  <a:pt x="2488565" y="555358"/>
                </a:lnTo>
                <a:lnTo>
                  <a:pt x="2522690" y="581444"/>
                </a:lnTo>
                <a:lnTo>
                  <a:pt x="2561399" y="600786"/>
                </a:lnTo>
                <a:lnTo>
                  <a:pt x="2604300" y="612762"/>
                </a:lnTo>
                <a:lnTo>
                  <a:pt x="2650998" y="616737"/>
                </a:lnTo>
                <a:lnTo>
                  <a:pt x="2701086" y="612114"/>
                </a:lnTo>
                <a:lnTo>
                  <a:pt x="2749702" y="599274"/>
                </a:lnTo>
                <a:lnTo>
                  <a:pt x="2792133" y="579539"/>
                </a:lnTo>
                <a:lnTo>
                  <a:pt x="2828226" y="553593"/>
                </a:lnTo>
                <a:lnTo>
                  <a:pt x="2857843" y="522173"/>
                </a:lnTo>
                <a:lnTo>
                  <a:pt x="2880830" y="485978"/>
                </a:lnTo>
                <a:lnTo>
                  <a:pt x="2897035" y="445719"/>
                </a:lnTo>
                <a:lnTo>
                  <a:pt x="2906331" y="402120"/>
                </a:lnTo>
                <a:lnTo>
                  <a:pt x="2908554" y="355879"/>
                </a:lnTo>
                <a:close/>
              </a:path>
              <a:path extrusionOk="0" h="1061720" w="3376294">
                <a:moveTo>
                  <a:pt x="3375990" y="179362"/>
                </a:moveTo>
                <a:lnTo>
                  <a:pt x="3373234" y="133934"/>
                </a:lnTo>
                <a:lnTo>
                  <a:pt x="3360229" y="90271"/>
                </a:lnTo>
                <a:lnTo>
                  <a:pt x="3338461" y="54140"/>
                </a:lnTo>
                <a:lnTo>
                  <a:pt x="3308781" y="26441"/>
                </a:lnTo>
                <a:lnTo>
                  <a:pt x="3272053" y="8102"/>
                </a:lnTo>
                <a:lnTo>
                  <a:pt x="3260826" y="5994"/>
                </a:lnTo>
                <a:lnTo>
                  <a:pt x="3260826" y="153809"/>
                </a:lnTo>
                <a:lnTo>
                  <a:pt x="3260598" y="182664"/>
                </a:lnTo>
                <a:lnTo>
                  <a:pt x="3249523" y="205867"/>
                </a:lnTo>
                <a:lnTo>
                  <a:pt x="3228670" y="222694"/>
                </a:lnTo>
                <a:lnTo>
                  <a:pt x="3199142" y="232410"/>
                </a:lnTo>
                <a:lnTo>
                  <a:pt x="3082544" y="253034"/>
                </a:lnTo>
                <a:lnTo>
                  <a:pt x="3059201" y="121081"/>
                </a:lnTo>
                <a:lnTo>
                  <a:pt x="3175800" y="100469"/>
                </a:lnTo>
                <a:lnTo>
                  <a:pt x="3206877" y="99479"/>
                </a:lnTo>
                <a:lnTo>
                  <a:pt x="3232251" y="108204"/>
                </a:lnTo>
                <a:lnTo>
                  <a:pt x="3250654" y="126403"/>
                </a:lnTo>
                <a:lnTo>
                  <a:pt x="3260826" y="153809"/>
                </a:lnTo>
                <a:lnTo>
                  <a:pt x="3260826" y="5994"/>
                </a:lnTo>
                <a:lnTo>
                  <a:pt x="3229127" y="0"/>
                </a:lnTo>
                <a:lnTo>
                  <a:pt x="3180892" y="3073"/>
                </a:lnTo>
                <a:lnTo>
                  <a:pt x="2930258" y="47409"/>
                </a:lnTo>
                <a:lnTo>
                  <a:pt x="3017926" y="543115"/>
                </a:lnTo>
                <a:lnTo>
                  <a:pt x="3131020" y="523100"/>
                </a:lnTo>
                <a:lnTo>
                  <a:pt x="3099790" y="346468"/>
                </a:lnTo>
                <a:lnTo>
                  <a:pt x="3237319" y="322148"/>
                </a:lnTo>
                <a:lnTo>
                  <a:pt x="3283699" y="308533"/>
                </a:lnTo>
                <a:lnTo>
                  <a:pt x="3321253" y="286334"/>
                </a:lnTo>
                <a:lnTo>
                  <a:pt x="3349498" y="256667"/>
                </a:lnTo>
                <a:lnTo>
                  <a:pt x="3351352" y="253034"/>
                </a:lnTo>
                <a:lnTo>
                  <a:pt x="3367900" y="220637"/>
                </a:lnTo>
                <a:lnTo>
                  <a:pt x="3375990" y="179362"/>
                </a:lnTo>
                <a:close/>
              </a:path>
            </a:pathLst>
          </a:custGeom>
          <a:solidFill>
            <a:srgbClr val="FFFFFF">
              <a:alpha val="25098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12088553" y="8407226"/>
            <a:ext cx="387985" cy="589915"/>
          </a:xfrm>
          <a:custGeom>
            <a:rect b="b" l="l" r="r" t="t"/>
            <a:pathLst>
              <a:path extrusionOk="0" h="589915" w="387984">
                <a:moveTo>
                  <a:pt x="205302" y="216694"/>
                </a:moveTo>
                <a:lnTo>
                  <a:pt x="136247" y="265164"/>
                </a:lnTo>
                <a:lnTo>
                  <a:pt x="181680" y="371863"/>
                </a:lnTo>
                <a:lnTo>
                  <a:pt x="250735" y="323393"/>
                </a:lnTo>
                <a:lnTo>
                  <a:pt x="205302" y="216694"/>
                </a:lnTo>
                <a:close/>
              </a:path>
              <a:path extrusionOk="0" h="589915" w="387984">
                <a:moveTo>
                  <a:pt x="267981" y="172706"/>
                </a:moveTo>
                <a:lnTo>
                  <a:pt x="313414" y="279405"/>
                </a:lnTo>
                <a:lnTo>
                  <a:pt x="358680" y="247636"/>
                </a:lnTo>
                <a:lnTo>
                  <a:pt x="386176" y="311498"/>
                </a:lnTo>
                <a:lnTo>
                  <a:pt x="340911" y="343267"/>
                </a:lnTo>
                <a:lnTo>
                  <a:pt x="387799" y="453284"/>
                </a:lnTo>
                <a:lnTo>
                  <a:pt x="325131" y="497262"/>
                </a:lnTo>
                <a:lnTo>
                  <a:pt x="278232" y="387255"/>
                </a:lnTo>
                <a:lnTo>
                  <a:pt x="209176" y="435724"/>
                </a:lnTo>
                <a:lnTo>
                  <a:pt x="256065" y="545732"/>
                </a:lnTo>
                <a:lnTo>
                  <a:pt x="193386" y="589720"/>
                </a:lnTo>
                <a:lnTo>
                  <a:pt x="146498" y="479713"/>
                </a:lnTo>
                <a:lnTo>
                  <a:pt x="100070" y="512298"/>
                </a:lnTo>
                <a:lnTo>
                  <a:pt x="72573" y="448436"/>
                </a:lnTo>
                <a:lnTo>
                  <a:pt x="119001" y="415851"/>
                </a:lnTo>
                <a:lnTo>
                  <a:pt x="73568" y="309152"/>
                </a:lnTo>
                <a:lnTo>
                  <a:pt x="27140" y="341738"/>
                </a:lnTo>
                <a:lnTo>
                  <a:pt x="219" y="277467"/>
                </a:lnTo>
                <a:lnTo>
                  <a:pt x="46071" y="245290"/>
                </a:lnTo>
                <a:lnTo>
                  <a:pt x="0" y="136446"/>
                </a:lnTo>
                <a:lnTo>
                  <a:pt x="62668" y="92457"/>
                </a:lnTo>
                <a:lnTo>
                  <a:pt x="108750" y="201302"/>
                </a:lnTo>
                <a:lnTo>
                  <a:pt x="177816" y="152833"/>
                </a:lnTo>
                <a:lnTo>
                  <a:pt x="131734" y="43988"/>
                </a:lnTo>
                <a:lnTo>
                  <a:pt x="194412" y="0"/>
                </a:lnTo>
                <a:lnTo>
                  <a:pt x="240484" y="108844"/>
                </a:lnTo>
                <a:lnTo>
                  <a:pt x="286336" y="76667"/>
                </a:lnTo>
                <a:lnTo>
                  <a:pt x="313247" y="140938"/>
                </a:lnTo>
                <a:lnTo>
                  <a:pt x="267981" y="172706"/>
                </a:lnTo>
                <a:close/>
              </a:path>
            </a:pathLst>
          </a:custGeom>
          <a:noFill/>
          <a:ln cap="flat" cmpd="sng" w="118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" name="Google Shape;40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2495112" y="8246200"/>
            <a:ext cx="220111" cy="206271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4"/>
          <p:cNvSpPr/>
          <p:nvPr/>
        </p:nvSpPr>
        <p:spPr>
          <a:xfrm>
            <a:off x="12389948" y="8110403"/>
            <a:ext cx="568325" cy="662940"/>
          </a:xfrm>
          <a:custGeom>
            <a:rect b="b" l="l" r="r" t="t"/>
            <a:pathLst>
              <a:path extrusionOk="0" h="662940" w="568325">
                <a:moveTo>
                  <a:pt x="278919" y="0"/>
                </a:moveTo>
                <a:lnTo>
                  <a:pt x="568094" y="412039"/>
                </a:lnTo>
                <a:lnTo>
                  <a:pt x="476400" y="476393"/>
                </a:lnTo>
                <a:lnTo>
                  <a:pt x="373356" y="329571"/>
                </a:lnTo>
                <a:lnTo>
                  <a:pt x="317641" y="368669"/>
                </a:lnTo>
                <a:lnTo>
                  <a:pt x="314489" y="590034"/>
                </a:lnTo>
                <a:lnTo>
                  <a:pt x="210607" y="662932"/>
                </a:lnTo>
                <a:lnTo>
                  <a:pt x="217466" y="432049"/>
                </a:lnTo>
                <a:lnTo>
                  <a:pt x="165337" y="442754"/>
                </a:lnTo>
                <a:lnTo>
                  <a:pt x="114765" y="436128"/>
                </a:lnTo>
                <a:lnTo>
                  <a:pt x="68767" y="412648"/>
                </a:lnTo>
                <a:lnTo>
                  <a:pt x="30362" y="372794"/>
                </a:lnTo>
                <a:lnTo>
                  <a:pt x="9371" y="333134"/>
                </a:lnTo>
                <a:lnTo>
                  <a:pt x="0" y="291863"/>
                </a:lnTo>
                <a:lnTo>
                  <a:pt x="2016" y="250636"/>
                </a:lnTo>
                <a:lnTo>
                  <a:pt x="15186" y="211108"/>
                </a:lnTo>
                <a:lnTo>
                  <a:pt x="39277" y="174936"/>
                </a:lnTo>
                <a:lnTo>
                  <a:pt x="74057" y="143775"/>
                </a:lnTo>
                <a:lnTo>
                  <a:pt x="278919" y="0"/>
                </a:lnTo>
                <a:close/>
              </a:path>
            </a:pathLst>
          </a:custGeom>
          <a:noFill/>
          <a:ln cap="flat" cmpd="sng" w="118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12747778" y="6165335"/>
            <a:ext cx="2905760" cy="2301875"/>
          </a:xfrm>
          <a:custGeom>
            <a:rect b="b" l="l" r="r" t="t"/>
            <a:pathLst>
              <a:path extrusionOk="0" h="2301875" w="2905759">
                <a:moveTo>
                  <a:pt x="664667" y="2038197"/>
                </a:moveTo>
                <a:lnTo>
                  <a:pt x="364528" y="1924024"/>
                </a:lnTo>
                <a:lnTo>
                  <a:pt x="370852" y="1629422"/>
                </a:lnTo>
                <a:lnTo>
                  <a:pt x="264642" y="1703946"/>
                </a:lnTo>
                <a:lnTo>
                  <a:pt x="261391" y="1937512"/>
                </a:lnTo>
                <a:lnTo>
                  <a:pt x="202768" y="1978660"/>
                </a:lnTo>
                <a:lnTo>
                  <a:pt x="94018" y="1823694"/>
                </a:lnTo>
                <a:lnTo>
                  <a:pt x="0" y="1889683"/>
                </a:lnTo>
                <a:lnTo>
                  <a:pt x="289191" y="2301722"/>
                </a:lnTo>
                <a:lnTo>
                  <a:pt x="383209" y="2235746"/>
                </a:lnTo>
                <a:lnTo>
                  <a:pt x="258165" y="2057577"/>
                </a:lnTo>
                <a:lnTo>
                  <a:pt x="313880" y="2018474"/>
                </a:lnTo>
                <a:lnTo>
                  <a:pt x="558469" y="2112734"/>
                </a:lnTo>
                <a:lnTo>
                  <a:pt x="664667" y="2038197"/>
                </a:lnTo>
                <a:close/>
              </a:path>
              <a:path extrusionOk="0" h="2301875" w="2905759">
                <a:moveTo>
                  <a:pt x="844600" y="1849031"/>
                </a:moveTo>
                <a:lnTo>
                  <a:pt x="836879" y="1796072"/>
                </a:lnTo>
                <a:lnTo>
                  <a:pt x="757936" y="1357744"/>
                </a:lnTo>
                <a:lnTo>
                  <a:pt x="665670" y="1422514"/>
                </a:lnTo>
                <a:lnTo>
                  <a:pt x="719137" y="1692478"/>
                </a:lnTo>
                <a:lnTo>
                  <a:pt x="477634" y="1554480"/>
                </a:lnTo>
                <a:lnTo>
                  <a:pt x="380136" y="1622907"/>
                </a:lnTo>
                <a:lnTo>
                  <a:pt x="745324" y="1824812"/>
                </a:lnTo>
                <a:lnTo>
                  <a:pt x="746899" y="1833245"/>
                </a:lnTo>
                <a:lnTo>
                  <a:pt x="735761" y="1878812"/>
                </a:lnTo>
                <a:lnTo>
                  <a:pt x="694296" y="1904377"/>
                </a:lnTo>
                <a:lnTo>
                  <a:pt x="683806" y="1908708"/>
                </a:lnTo>
                <a:lnTo>
                  <a:pt x="719975" y="1998510"/>
                </a:lnTo>
                <a:lnTo>
                  <a:pt x="757555" y="1983409"/>
                </a:lnTo>
                <a:lnTo>
                  <a:pt x="824522" y="1931187"/>
                </a:lnTo>
                <a:lnTo>
                  <a:pt x="842162" y="1893062"/>
                </a:lnTo>
                <a:lnTo>
                  <a:pt x="844600" y="1849031"/>
                </a:lnTo>
                <a:close/>
              </a:path>
              <a:path extrusionOk="0" h="2301875" w="2905759">
                <a:moveTo>
                  <a:pt x="1268412" y="1301013"/>
                </a:moveTo>
                <a:lnTo>
                  <a:pt x="1258265" y="1260182"/>
                </a:lnTo>
                <a:lnTo>
                  <a:pt x="1256284" y="1256538"/>
                </a:lnTo>
                <a:lnTo>
                  <a:pt x="1236560" y="1220190"/>
                </a:lnTo>
                <a:lnTo>
                  <a:pt x="1206296" y="1186129"/>
                </a:lnTo>
                <a:lnTo>
                  <a:pt x="1171282" y="1162608"/>
                </a:lnTo>
                <a:lnTo>
                  <a:pt x="1155115" y="1157363"/>
                </a:lnTo>
                <a:lnTo>
                  <a:pt x="1155115" y="1311998"/>
                </a:lnTo>
                <a:lnTo>
                  <a:pt x="1154887" y="1337716"/>
                </a:lnTo>
                <a:lnTo>
                  <a:pt x="1143114" y="1361782"/>
                </a:lnTo>
                <a:lnTo>
                  <a:pt x="1120470" y="1383080"/>
                </a:lnTo>
                <a:lnTo>
                  <a:pt x="1023556" y="1451102"/>
                </a:lnTo>
                <a:lnTo>
                  <a:pt x="946581" y="1341424"/>
                </a:lnTo>
                <a:lnTo>
                  <a:pt x="1043495" y="1273403"/>
                </a:lnTo>
                <a:lnTo>
                  <a:pt x="1071232" y="1259357"/>
                </a:lnTo>
                <a:lnTo>
                  <a:pt x="1097915" y="1256538"/>
                </a:lnTo>
                <a:lnTo>
                  <a:pt x="1122299" y="1265237"/>
                </a:lnTo>
                <a:lnTo>
                  <a:pt x="1143127" y="1285773"/>
                </a:lnTo>
                <a:lnTo>
                  <a:pt x="1155115" y="1311998"/>
                </a:lnTo>
                <a:lnTo>
                  <a:pt x="1155115" y="1157363"/>
                </a:lnTo>
                <a:lnTo>
                  <a:pt x="1132674" y="1150073"/>
                </a:lnTo>
                <a:lnTo>
                  <a:pt x="1091628" y="1148994"/>
                </a:lnTo>
                <a:lnTo>
                  <a:pt x="1049312" y="1159827"/>
                </a:lnTo>
                <a:lnTo>
                  <a:pt x="1006894" y="1183017"/>
                </a:lnTo>
                <a:lnTo>
                  <a:pt x="798563" y="1329232"/>
                </a:lnTo>
                <a:lnTo>
                  <a:pt x="1087742" y="1741271"/>
                </a:lnTo>
                <a:lnTo>
                  <a:pt x="1181760" y="1675282"/>
                </a:lnTo>
                <a:lnTo>
                  <a:pt x="1078725" y="1528470"/>
                </a:lnTo>
                <a:lnTo>
                  <a:pt x="1188935" y="1451102"/>
                </a:lnTo>
                <a:lnTo>
                  <a:pt x="1193038" y="1448231"/>
                </a:lnTo>
                <a:lnTo>
                  <a:pt x="1229309" y="1416265"/>
                </a:lnTo>
                <a:lnTo>
                  <a:pt x="1253947" y="1380274"/>
                </a:lnTo>
                <a:lnTo>
                  <a:pt x="1266977" y="1341424"/>
                </a:lnTo>
                <a:lnTo>
                  <a:pt x="1268412" y="1301013"/>
                </a:lnTo>
                <a:close/>
              </a:path>
              <a:path extrusionOk="0" h="2301875" w="2905759">
                <a:moveTo>
                  <a:pt x="1872373" y="1190599"/>
                </a:moveTo>
                <a:lnTo>
                  <a:pt x="1619885" y="1011669"/>
                </a:lnTo>
                <a:lnTo>
                  <a:pt x="1619885" y="1144333"/>
                </a:lnTo>
                <a:lnTo>
                  <a:pt x="1495691" y="1231493"/>
                </a:lnTo>
                <a:lnTo>
                  <a:pt x="1479651" y="1177785"/>
                </a:lnTo>
                <a:lnTo>
                  <a:pt x="1466659" y="1133767"/>
                </a:lnTo>
                <a:lnTo>
                  <a:pt x="1452613" y="1088047"/>
                </a:lnTo>
                <a:lnTo>
                  <a:pt x="1437843" y="1042200"/>
                </a:lnTo>
                <a:lnTo>
                  <a:pt x="1422615" y="997788"/>
                </a:lnTo>
                <a:lnTo>
                  <a:pt x="1459115" y="1025982"/>
                </a:lnTo>
                <a:lnTo>
                  <a:pt x="1497152" y="1054303"/>
                </a:lnTo>
                <a:lnTo>
                  <a:pt x="1619885" y="1144333"/>
                </a:lnTo>
                <a:lnTo>
                  <a:pt x="1619885" y="1011669"/>
                </a:lnTo>
                <a:lnTo>
                  <a:pt x="1600301" y="997788"/>
                </a:lnTo>
                <a:lnTo>
                  <a:pt x="1436357" y="881608"/>
                </a:lnTo>
                <a:lnTo>
                  <a:pt x="1312748" y="968362"/>
                </a:lnTo>
                <a:lnTo>
                  <a:pt x="1455686" y="1483042"/>
                </a:lnTo>
                <a:lnTo>
                  <a:pt x="1549704" y="1417066"/>
                </a:lnTo>
                <a:lnTo>
                  <a:pt x="1523568" y="1327988"/>
                </a:lnTo>
                <a:lnTo>
                  <a:pt x="1661071" y="1231493"/>
                </a:lnTo>
                <a:lnTo>
                  <a:pt x="1699996" y="1204175"/>
                </a:lnTo>
                <a:lnTo>
                  <a:pt x="1774291" y="1259433"/>
                </a:lnTo>
                <a:lnTo>
                  <a:pt x="1853044" y="1204175"/>
                </a:lnTo>
                <a:lnTo>
                  <a:pt x="1872373" y="1190599"/>
                </a:lnTo>
                <a:close/>
              </a:path>
              <a:path extrusionOk="0" h="2301875" w="2905759">
                <a:moveTo>
                  <a:pt x="2101024" y="1030135"/>
                </a:moveTo>
                <a:lnTo>
                  <a:pt x="1868462" y="698754"/>
                </a:lnTo>
                <a:lnTo>
                  <a:pt x="1985695" y="616483"/>
                </a:lnTo>
                <a:lnTo>
                  <a:pt x="1929079" y="535813"/>
                </a:lnTo>
                <a:lnTo>
                  <a:pt x="1601762" y="765530"/>
                </a:lnTo>
                <a:lnTo>
                  <a:pt x="1658378" y="846201"/>
                </a:lnTo>
                <a:lnTo>
                  <a:pt x="1774456" y="764730"/>
                </a:lnTo>
                <a:lnTo>
                  <a:pt x="2007006" y="1096111"/>
                </a:lnTo>
                <a:lnTo>
                  <a:pt x="2101024" y="1030135"/>
                </a:lnTo>
                <a:close/>
              </a:path>
              <a:path extrusionOk="0" h="2301875" w="2905759">
                <a:moveTo>
                  <a:pt x="2576512" y="598512"/>
                </a:moveTo>
                <a:lnTo>
                  <a:pt x="2574163" y="555180"/>
                </a:lnTo>
                <a:lnTo>
                  <a:pt x="2564142" y="511746"/>
                </a:lnTo>
                <a:lnTo>
                  <a:pt x="2546591" y="468909"/>
                </a:lnTo>
                <a:lnTo>
                  <a:pt x="2521699" y="427393"/>
                </a:lnTo>
                <a:lnTo>
                  <a:pt x="2511755" y="415201"/>
                </a:lnTo>
                <a:lnTo>
                  <a:pt x="2491117" y="389877"/>
                </a:lnTo>
                <a:lnTo>
                  <a:pt x="2463381" y="364769"/>
                </a:lnTo>
                <a:lnTo>
                  <a:pt x="2463381" y="591286"/>
                </a:lnTo>
                <a:lnTo>
                  <a:pt x="2459875" y="634733"/>
                </a:lnTo>
                <a:lnTo>
                  <a:pt x="2441473" y="673227"/>
                </a:lnTo>
                <a:lnTo>
                  <a:pt x="2408364" y="705281"/>
                </a:lnTo>
                <a:lnTo>
                  <a:pt x="2367127" y="725411"/>
                </a:lnTo>
                <a:lnTo>
                  <a:pt x="2324544" y="729716"/>
                </a:lnTo>
                <a:lnTo>
                  <a:pt x="2282240" y="718400"/>
                </a:lnTo>
                <a:lnTo>
                  <a:pt x="2241804" y="691692"/>
                </a:lnTo>
                <a:lnTo>
                  <a:pt x="2204834" y="649782"/>
                </a:lnTo>
                <a:lnTo>
                  <a:pt x="2178139" y="600976"/>
                </a:lnTo>
                <a:lnTo>
                  <a:pt x="2166785" y="553897"/>
                </a:lnTo>
                <a:lnTo>
                  <a:pt x="2170468" y="510184"/>
                </a:lnTo>
                <a:lnTo>
                  <a:pt x="2188908" y="471500"/>
                </a:lnTo>
                <a:lnTo>
                  <a:pt x="2221827" y="439496"/>
                </a:lnTo>
                <a:lnTo>
                  <a:pt x="2263267" y="419303"/>
                </a:lnTo>
                <a:lnTo>
                  <a:pt x="2305812" y="415201"/>
                </a:lnTo>
                <a:lnTo>
                  <a:pt x="2347912" y="426770"/>
                </a:lnTo>
                <a:lnTo>
                  <a:pt x="2388082" y="453644"/>
                </a:lnTo>
                <a:lnTo>
                  <a:pt x="2424785" y="495414"/>
                </a:lnTo>
                <a:lnTo>
                  <a:pt x="2451747" y="544347"/>
                </a:lnTo>
                <a:lnTo>
                  <a:pt x="2463381" y="591286"/>
                </a:lnTo>
                <a:lnTo>
                  <a:pt x="2463381" y="364769"/>
                </a:lnTo>
                <a:lnTo>
                  <a:pt x="2419362" y="334606"/>
                </a:lnTo>
                <a:lnTo>
                  <a:pt x="2379408" y="317677"/>
                </a:lnTo>
                <a:lnTo>
                  <a:pt x="2337536" y="308394"/>
                </a:lnTo>
                <a:lnTo>
                  <a:pt x="2294382" y="307187"/>
                </a:lnTo>
                <a:lnTo>
                  <a:pt x="2250529" y="314439"/>
                </a:lnTo>
                <a:lnTo>
                  <a:pt x="2206587" y="330542"/>
                </a:lnTo>
                <a:lnTo>
                  <a:pt x="2163178" y="355917"/>
                </a:lnTo>
                <a:lnTo>
                  <a:pt x="2124532" y="388137"/>
                </a:lnTo>
                <a:lnTo>
                  <a:pt x="2094395" y="424014"/>
                </a:lnTo>
                <a:lnTo>
                  <a:pt x="2072589" y="462838"/>
                </a:lnTo>
                <a:lnTo>
                  <a:pt x="2058962" y="503910"/>
                </a:lnTo>
                <a:lnTo>
                  <a:pt x="2053348" y="546506"/>
                </a:lnTo>
                <a:lnTo>
                  <a:pt x="2055596" y="589902"/>
                </a:lnTo>
                <a:lnTo>
                  <a:pt x="2065553" y="633399"/>
                </a:lnTo>
                <a:lnTo>
                  <a:pt x="2083041" y="676262"/>
                </a:lnTo>
                <a:lnTo>
                  <a:pt x="2107908" y="717791"/>
                </a:lnTo>
                <a:lnTo>
                  <a:pt x="2138515" y="755307"/>
                </a:lnTo>
                <a:lnTo>
                  <a:pt x="2172881" y="786333"/>
                </a:lnTo>
                <a:lnTo>
                  <a:pt x="2210397" y="810475"/>
                </a:lnTo>
                <a:lnTo>
                  <a:pt x="2250452" y="827354"/>
                </a:lnTo>
                <a:lnTo>
                  <a:pt x="2292413" y="836561"/>
                </a:lnTo>
                <a:lnTo>
                  <a:pt x="2335669" y="837704"/>
                </a:lnTo>
                <a:lnTo>
                  <a:pt x="2379599" y="830402"/>
                </a:lnTo>
                <a:lnTo>
                  <a:pt x="2423591" y="814247"/>
                </a:lnTo>
                <a:lnTo>
                  <a:pt x="2467025" y="788860"/>
                </a:lnTo>
                <a:lnTo>
                  <a:pt x="2505646" y="756666"/>
                </a:lnTo>
                <a:lnTo>
                  <a:pt x="2535732" y="720813"/>
                </a:lnTo>
                <a:lnTo>
                  <a:pt x="2557462" y="682040"/>
                </a:lnTo>
                <a:lnTo>
                  <a:pt x="2571000" y="641032"/>
                </a:lnTo>
                <a:lnTo>
                  <a:pt x="2576512" y="598512"/>
                </a:lnTo>
                <a:close/>
              </a:path>
              <a:path extrusionOk="0" h="2301875" w="2905759">
                <a:moveTo>
                  <a:pt x="2905569" y="152006"/>
                </a:moveTo>
                <a:lnTo>
                  <a:pt x="2895435" y="111188"/>
                </a:lnTo>
                <a:lnTo>
                  <a:pt x="2873718" y="71183"/>
                </a:lnTo>
                <a:lnTo>
                  <a:pt x="2843466" y="37134"/>
                </a:lnTo>
                <a:lnTo>
                  <a:pt x="2808440" y="13601"/>
                </a:lnTo>
                <a:lnTo>
                  <a:pt x="2792272" y="8369"/>
                </a:lnTo>
                <a:lnTo>
                  <a:pt x="2792272" y="162991"/>
                </a:lnTo>
                <a:lnTo>
                  <a:pt x="2792057" y="188709"/>
                </a:lnTo>
                <a:lnTo>
                  <a:pt x="2780284" y="212775"/>
                </a:lnTo>
                <a:lnTo>
                  <a:pt x="2757627" y="234086"/>
                </a:lnTo>
                <a:lnTo>
                  <a:pt x="2660726" y="302107"/>
                </a:lnTo>
                <a:lnTo>
                  <a:pt x="2583738" y="192417"/>
                </a:lnTo>
                <a:lnTo>
                  <a:pt x="2680652" y="124396"/>
                </a:lnTo>
                <a:lnTo>
                  <a:pt x="2708402" y="110363"/>
                </a:lnTo>
                <a:lnTo>
                  <a:pt x="2735084" y="107530"/>
                </a:lnTo>
                <a:lnTo>
                  <a:pt x="2759456" y="116230"/>
                </a:lnTo>
                <a:lnTo>
                  <a:pt x="2780284" y="136766"/>
                </a:lnTo>
                <a:lnTo>
                  <a:pt x="2792272" y="162991"/>
                </a:lnTo>
                <a:lnTo>
                  <a:pt x="2792272" y="8369"/>
                </a:lnTo>
                <a:lnTo>
                  <a:pt x="2769832" y="1079"/>
                </a:lnTo>
                <a:lnTo>
                  <a:pt x="2728785" y="0"/>
                </a:lnTo>
                <a:lnTo>
                  <a:pt x="2686481" y="10820"/>
                </a:lnTo>
                <a:lnTo>
                  <a:pt x="2644063" y="34023"/>
                </a:lnTo>
                <a:lnTo>
                  <a:pt x="2435720" y="180238"/>
                </a:lnTo>
                <a:lnTo>
                  <a:pt x="2724912" y="592277"/>
                </a:lnTo>
                <a:lnTo>
                  <a:pt x="2818930" y="526288"/>
                </a:lnTo>
                <a:lnTo>
                  <a:pt x="2715882" y="379463"/>
                </a:lnTo>
                <a:lnTo>
                  <a:pt x="2826105" y="302107"/>
                </a:lnTo>
                <a:lnTo>
                  <a:pt x="2830207" y="299224"/>
                </a:lnTo>
                <a:lnTo>
                  <a:pt x="2866466" y="267271"/>
                </a:lnTo>
                <a:lnTo>
                  <a:pt x="2891104" y="231267"/>
                </a:lnTo>
                <a:lnTo>
                  <a:pt x="2904134" y="192417"/>
                </a:lnTo>
                <a:lnTo>
                  <a:pt x="2905569" y="152006"/>
                </a:lnTo>
                <a:close/>
              </a:path>
            </a:pathLst>
          </a:custGeom>
          <a:solidFill>
            <a:srgbClr val="FFFFFF">
              <a:alpha val="50196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1217574" y="866882"/>
            <a:ext cx="9416415" cy="6223000"/>
          </a:xfrm>
          <a:custGeom>
            <a:rect b="b" l="l" r="r" t="t"/>
            <a:pathLst>
              <a:path extrusionOk="0" h="6223000" w="9416415">
                <a:moveTo>
                  <a:pt x="432384" y="6005957"/>
                </a:moveTo>
                <a:lnTo>
                  <a:pt x="431698" y="6001982"/>
                </a:lnTo>
                <a:lnTo>
                  <a:pt x="431749" y="5931243"/>
                </a:lnTo>
                <a:lnTo>
                  <a:pt x="431634" y="5862904"/>
                </a:lnTo>
                <a:lnTo>
                  <a:pt x="430809" y="5849353"/>
                </a:lnTo>
                <a:lnTo>
                  <a:pt x="426516" y="5845276"/>
                </a:lnTo>
                <a:lnTo>
                  <a:pt x="412470" y="5845086"/>
                </a:lnTo>
                <a:lnTo>
                  <a:pt x="408482" y="5848997"/>
                </a:lnTo>
                <a:lnTo>
                  <a:pt x="406882" y="5857887"/>
                </a:lnTo>
                <a:lnTo>
                  <a:pt x="406996" y="6005411"/>
                </a:lnTo>
                <a:lnTo>
                  <a:pt x="408978" y="6014123"/>
                </a:lnTo>
                <a:lnTo>
                  <a:pt x="413385" y="6018581"/>
                </a:lnTo>
                <a:lnTo>
                  <a:pt x="423799" y="6016142"/>
                </a:lnTo>
                <a:lnTo>
                  <a:pt x="427824" y="6011786"/>
                </a:lnTo>
                <a:lnTo>
                  <a:pt x="432384" y="6005957"/>
                </a:lnTo>
                <a:close/>
              </a:path>
              <a:path extrusionOk="0" h="6223000" w="9416415">
                <a:moveTo>
                  <a:pt x="778510" y="5651297"/>
                </a:moveTo>
                <a:lnTo>
                  <a:pt x="778179" y="5606593"/>
                </a:lnTo>
                <a:lnTo>
                  <a:pt x="765771" y="5593232"/>
                </a:lnTo>
                <a:lnTo>
                  <a:pt x="758393" y="5595315"/>
                </a:lnTo>
                <a:lnTo>
                  <a:pt x="753440" y="5597982"/>
                </a:lnTo>
                <a:lnTo>
                  <a:pt x="753440" y="5662638"/>
                </a:lnTo>
                <a:lnTo>
                  <a:pt x="753059" y="5673877"/>
                </a:lnTo>
                <a:lnTo>
                  <a:pt x="752894" y="5676773"/>
                </a:lnTo>
                <a:lnTo>
                  <a:pt x="748588" y="5680253"/>
                </a:lnTo>
                <a:lnTo>
                  <a:pt x="554964" y="5791098"/>
                </a:lnTo>
                <a:lnTo>
                  <a:pt x="551967" y="5792508"/>
                </a:lnTo>
                <a:lnTo>
                  <a:pt x="547547" y="5794781"/>
                </a:lnTo>
                <a:lnTo>
                  <a:pt x="547547" y="5758866"/>
                </a:lnTo>
                <a:lnTo>
                  <a:pt x="547763" y="5745518"/>
                </a:lnTo>
                <a:lnTo>
                  <a:pt x="549935" y="5742965"/>
                </a:lnTo>
                <a:lnTo>
                  <a:pt x="750633" y="5628386"/>
                </a:lnTo>
                <a:lnTo>
                  <a:pt x="751319" y="5628411"/>
                </a:lnTo>
                <a:lnTo>
                  <a:pt x="753414" y="5627979"/>
                </a:lnTo>
                <a:lnTo>
                  <a:pt x="753440" y="5662638"/>
                </a:lnTo>
                <a:lnTo>
                  <a:pt x="753440" y="5597982"/>
                </a:lnTo>
                <a:lnTo>
                  <a:pt x="752182" y="5598655"/>
                </a:lnTo>
                <a:lnTo>
                  <a:pt x="700303" y="5628411"/>
                </a:lnTo>
                <a:lnTo>
                  <a:pt x="525665" y="5728106"/>
                </a:lnTo>
                <a:lnTo>
                  <a:pt x="522224" y="5733364"/>
                </a:lnTo>
                <a:lnTo>
                  <a:pt x="522605" y="5741975"/>
                </a:lnTo>
                <a:lnTo>
                  <a:pt x="522630" y="5742965"/>
                </a:lnTo>
                <a:lnTo>
                  <a:pt x="522744" y="5812498"/>
                </a:lnTo>
                <a:lnTo>
                  <a:pt x="524421" y="5821921"/>
                </a:lnTo>
                <a:lnTo>
                  <a:pt x="528942" y="5827331"/>
                </a:lnTo>
                <a:lnTo>
                  <a:pt x="535914" y="5828500"/>
                </a:lnTo>
                <a:lnTo>
                  <a:pt x="544944" y="5825210"/>
                </a:lnTo>
                <a:lnTo>
                  <a:pt x="598411" y="5794781"/>
                </a:lnTo>
                <a:lnTo>
                  <a:pt x="772350" y="5695048"/>
                </a:lnTo>
                <a:lnTo>
                  <a:pt x="778383" y="5664416"/>
                </a:lnTo>
                <a:lnTo>
                  <a:pt x="778510" y="5651297"/>
                </a:lnTo>
                <a:close/>
              </a:path>
              <a:path extrusionOk="0" h="6223000" w="9416415">
                <a:moveTo>
                  <a:pt x="838517" y="6000127"/>
                </a:moveTo>
                <a:lnTo>
                  <a:pt x="838403" y="5930277"/>
                </a:lnTo>
                <a:lnTo>
                  <a:pt x="834326" y="5925197"/>
                </a:lnTo>
                <a:lnTo>
                  <a:pt x="817575" y="5925197"/>
                </a:lnTo>
                <a:lnTo>
                  <a:pt x="813892" y="5930277"/>
                </a:lnTo>
                <a:lnTo>
                  <a:pt x="813828" y="5941707"/>
                </a:lnTo>
                <a:lnTo>
                  <a:pt x="813650" y="5955677"/>
                </a:lnTo>
                <a:lnTo>
                  <a:pt x="813574" y="5978537"/>
                </a:lnTo>
                <a:lnTo>
                  <a:pt x="814082" y="5989967"/>
                </a:lnTo>
                <a:lnTo>
                  <a:pt x="813689" y="5997587"/>
                </a:lnTo>
                <a:lnTo>
                  <a:pt x="756691" y="6038227"/>
                </a:lnTo>
                <a:lnTo>
                  <a:pt x="668756" y="6086487"/>
                </a:lnTo>
                <a:lnTo>
                  <a:pt x="489064" y="6188087"/>
                </a:lnTo>
                <a:lnTo>
                  <a:pt x="487286" y="6186817"/>
                </a:lnTo>
                <a:lnTo>
                  <a:pt x="487184" y="6166497"/>
                </a:lnTo>
                <a:lnTo>
                  <a:pt x="487184" y="6139827"/>
                </a:lnTo>
                <a:lnTo>
                  <a:pt x="487172" y="6110617"/>
                </a:lnTo>
                <a:lnTo>
                  <a:pt x="487172" y="6085217"/>
                </a:lnTo>
                <a:lnTo>
                  <a:pt x="487108" y="5779147"/>
                </a:lnTo>
                <a:lnTo>
                  <a:pt x="487070" y="5752477"/>
                </a:lnTo>
                <a:lnTo>
                  <a:pt x="487045" y="5724537"/>
                </a:lnTo>
                <a:lnTo>
                  <a:pt x="487006" y="5697867"/>
                </a:lnTo>
                <a:lnTo>
                  <a:pt x="486943" y="5666117"/>
                </a:lnTo>
                <a:lnTo>
                  <a:pt x="486943" y="5663577"/>
                </a:lnTo>
                <a:lnTo>
                  <a:pt x="489775" y="5658497"/>
                </a:lnTo>
                <a:lnTo>
                  <a:pt x="522693" y="5640717"/>
                </a:lnTo>
                <a:lnTo>
                  <a:pt x="541502" y="5630557"/>
                </a:lnTo>
                <a:lnTo>
                  <a:pt x="585393" y="5605157"/>
                </a:lnTo>
                <a:lnTo>
                  <a:pt x="629272" y="5581027"/>
                </a:lnTo>
                <a:lnTo>
                  <a:pt x="760869" y="5506097"/>
                </a:lnTo>
                <a:lnTo>
                  <a:pt x="782167" y="5494667"/>
                </a:lnTo>
                <a:lnTo>
                  <a:pt x="792822" y="5488317"/>
                </a:lnTo>
                <a:lnTo>
                  <a:pt x="803516" y="5483237"/>
                </a:lnTo>
                <a:lnTo>
                  <a:pt x="811250" y="5478157"/>
                </a:lnTo>
                <a:lnTo>
                  <a:pt x="813409" y="5479427"/>
                </a:lnTo>
                <a:lnTo>
                  <a:pt x="813739" y="5487047"/>
                </a:lnTo>
                <a:lnTo>
                  <a:pt x="813816" y="5864237"/>
                </a:lnTo>
                <a:lnTo>
                  <a:pt x="817930" y="5870587"/>
                </a:lnTo>
                <a:lnTo>
                  <a:pt x="834669" y="5870587"/>
                </a:lnTo>
                <a:lnTo>
                  <a:pt x="838504" y="5864237"/>
                </a:lnTo>
                <a:lnTo>
                  <a:pt x="838390" y="5483237"/>
                </a:lnTo>
                <a:lnTo>
                  <a:pt x="825042" y="5460377"/>
                </a:lnTo>
                <a:lnTo>
                  <a:pt x="823569" y="5459107"/>
                </a:lnTo>
                <a:lnTo>
                  <a:pt x="812698" y="5455297"/>
                </a:lnTo>
                <a:lnTo>
                  <a:pt x="801738" y="5456567"/>
                </a:lnTo>
                <a:lnTo>
                  <a:pt x="792099" y="5460377"/>
                </a:lnTo>
                <a:lnTo>
                  <a:pt x="784606" y="5459107"/>
                </a:lnTo>
                <a:lnTo>
                  <a:pt x="778383" y="5455297"/>
                </a:lnTo>
                <a:lnTo>
                  <a:pt x="772566" y="5448947"/>
                </a:lnTo>
                <a:lnTo>
                  <a:pt x="770343" y="5446407"/>
                </a:lnTo>
                <a:lnTo>
                  <a:pt x="766229" y="5442191"/>
                </a:lnTo>
                <a:lnTo>
                  <a:pt x="766229" y="5475617"/>
                </a:lnTo>
                <a:lnTo>
                  <a:pt x="730643" y="5495937"/>
                </a:lnTo>
                <a:lnTo>
                  <a:pt x="719620" y="5501017"/>
                </a:lnTo>
                <a:lnTo>
                  <a:pt x="626846" y="5553087"/>
                </a:lnTo>
                <a:lnTo>
                  <a:pt x="534162" y="5606427"/>
                </a:lnTo>
                <a:lnTo>
                  <a:pt x="487934" y="5631827"/>
                </a:lnTo>
                <a:lnTo>
                  <a:pt x="476529" y="5636907"/>
                </a:lnTo>
                <a:lnTo>
                  <a:pt x="464883" y="5640717"/>
                </a:lnTo>
                <a:lnTo>
                  <a:pt x="462559" y="5640717"/>
                </a:lnTo>
                <a:lnTo>
                  <a:pt x="462559" y="5685167"/>
                </a:lnTo>
                <a:lnTo>
                  <a:pt x="462521" y="5688342"/>
                </a:lnTo>
                <a:lnTo>
                  <a:pt x="462521" y="6183007"/>
                </a:lnTo>
                <a:lnTo>
                  <a:pt x="462407" y="6186817"/>
                </a:lnTo>
                <a:lnTo>
                  <a:pt x="462089" y="6191897"/>
                </a:lnTo>
                <a:lnTo>
                  <a:pt x="461835" y="6194437"/>
                </a:lnTo>
                <a:lnTo>
                  <a:pt x="457733" y="6198247"/>
                </a:lnTo>
                <a:lnTo>
                  <a:pt x="380707" y="6198247"/>
                </a:lnTo>
                <a:lnTo>
                  <a:pt x="376770" y="6193167"/>
                </a:lnTo>
                <a:lnTo>
                  <a:pt x="376224" y="6188087"/>
                </a:lnTo>
                <a:lnTo>
                  <a:pt x="375666" y="6183007"/>
                </a:lnTo>
                <a:lnTo>
                  <a:pt x="376186" y="6175387"/>
                </a:lnTo>
                <a:lnTo>
                  <a:pt x="376186" y="6166497"/>
                </a:lnTo>
                <a:lnTo>
                  <a:pt x="462407" y="6166497"/>
                </a:lnTo>
                <a:lnTo>
                  <a:pt x="462521" y="6183007"/>
                </a:lnTo>
                <a:lnTo>
                  <a:pt x="462521" y="5688342"/>
                </a:lnTo>
                <a:lnTo>
                  <a:pt x="462407" y="5697867"/>
                </a:lnTo>
                <a:lnTo>
                  <a:pt x="461975" y="5697867"/>
                </a:lnTo>
                <a:lnTo>
                  <a:pt x="461975" y="6110617"/>
                </a:lnTo>
                <a:lnTo>
                  <a:pt x="461975" y="6139827"/>
                </a:lnTo>
                <a:lnTo>
                  <a:pt x="376809" y="6139827"/>
                </a:lnTo>
                <a:lnTo>
                  <a:pt x="376809" y="6110617"/>
                </a:lnTo>
                <a:lnTo>
                  <a:pt x="461975" y="6110617"/>
                </a:lnTo>
                <a:lnTo>
                  <a:pt x="461975" y="5697867"/>
                </a:lnTo>
                <a:lnTo>
                  <a:pt x="461797" y="5697867"/>
                </a:lnTo>
                <a:lnTo>
                  <a:pt x="461797" y="5724537"/>
                </a:lnTo>
                <a:lnTo>
                  <a:pt x="461797" y="5752477"/>
                </a:lnTo>
                <a:lnTo>
                  <a:pt x="461721" y="5779147"/>
                </a:lnTo>
                <a:lnTo>
                  <a:pt x="461721" y="6085217"/>
                </a:lnTo>
                <a:lnTo>
                  <a:pt x="376910" y="6085217"/>
                </a:lnTo>
                <a:lnTo>
                  <a:pt x="376910" y="5779147"/>
                </a:lnTo>
                <a:lnTo>
                  <a:pt x="461721" y="5779147"/>
                </a:lnTo>
                <a:lnTo>
                  <a:pt x="461721" y="5752477"/>
                </a:lnTo>
                <a:lnTo>
                  <a:pt x="376936" y="5752477"/>
                </a:lnTo>
                <a:lnTo>
                  <a:pt x="376936" y="5724537"/>
                </a:lnTo>
                <a:lnTo>
                  <a:pt x="461797" y="5724537"/>
                </a:lnTo>
                <a:lnTo>
                  <a:pt x="461797" y="5697867"/>
                </a:lnTo>
                <a:lnTo>
                  <a:pt x="376224" y="5697867"/>
                </a:lnTo>
                <a:lnTo>
                  <a:pt x="376161" y="5677547"/>
                </a:lnTo>
                <a:lnTo>
                  <a:pt x="376529" y="5671197"/>
                </a:lnTo>
                <a:lnTo>
                  <a:pt x="376707" y="5669927"/>
                </a:lnTo>
                <a:lnTo>
                  <a:pt x="380669" y="5666117"/>
                </a:lnTo>
                <a:lnTo>
                  <a:pt x="457708" y="5666117"/>
                </a:lnTo>
                <a:lnTo>
                  <a:pt x="461848" y="5669927"/>
                </a:lnTo>
                <a:lnTo>
                  <a:pt x="462089" y="5672467"/>
                </a:lnTo>
                <a:lnTo>
                  <a:pt x="462483" y="5678817"/>
                </a:lnTo>
                <a:lnTo>
                  <a:pt x="462559" y="5685167"/>
                </a:lnTo>
                <a:lnTo>
                  <a:pt x="462559" y="5640717"/>
                </a:lnTo>
                <a:lnTo>
                  <a:pt x="452704" y="5640717"/>
                </a:lnTo>
                <a:lnTo>
                  <a:pt x="439699" y="5639447"/>
                </a:lnTo>
                <a:lnTo>
                  <a:pt x="466255" y="5603887"/>
                </a:lnTo>
                <a:lnTo>
                  <a:pt x="496455" y="5573407"/>
                </a:lnTo>
                <a:lnTo>
                  <a:pt x="502627" y="5568327"/>
                </a:lnTo>
                <a:lnTo>
                  <a:pt x="538099" y="5539117"/>
                </a:lnTo>
                <a:lnTo>
                  <a:pt x="582409" y="5509907"/>
                </a:lnTo>
                <a:lnTo>
                  <a:pt x="629183" y="5484507"/>
                </a:lnTo>
                <a:lnTo>
                  <a:pt x="678167" y="5464187"/>
                </a:lnTo>
                <a:lnTo>
                  <a:pt x="729170" y="5447677"/>
                </a:lnTo>
                <a:lnTo>
                  <a:pt x="731532" y="5446407"/>
                </a:lnTo>
                <a:lnTo>
                  <a:pt x="735266" y="5446407"/>
                </a:lnTo>
                <a:lnTo>
                  <a:pt x="736841" y="5447677"/>
                </a:lnTo>
                <a:lnTo>
                  <a:pt x="744016" y="5454027"/>
                </a:lnTo>
                <a:lnTo>
                  <a:pt x="751192" y="5461647"/>
                </a:lnTo>
                <a:lnTo>
                  <a:pt x="766229" y="5475617"/>
                </a:lnTo>
                <a:lnTo>
                  <a:pt x="766229" y="5442191"/>
                </a:lnTo>
                <a:lnTo>
                  <a:pt x="764159" y="5440057"/>
                </a:lnTo>
                <a:lnTo>
                  <a:pt x="750684" y="5426087"/>
                </a:lnTo>
                <a:lnTo>
                  <a:pt x="742035" y="5419737"/>
                </a:lnTo>
                <a:lnTo>
                  <a:pt x="730961" y="5421007"/>
                </a:lnTo>
                <a:lnTo>
                  <a:pt x="708952" y="5427357"/>
                </a:lnTo>
                <a:lnTo>
                  <a:pt x="699325" y="5429897"/>
                </a:lnTo>
                <a:lnTo>
                  <a:pt x="679729" y="5437517"/>
                </a:lnTo>
                <a:lnTo>
                  <a:pt x="669417" y="5440057"/>
                </a:lnTo>
                <a:lnTo>
                  <a:pt x="669493" y="5410847"/>
                </a:lnTo>
                <a:lnTo>
                  <a:pt x="669353" y="5394337"/>
                </a:lnTo>
                <a:lnTo>
                  <a:pt x="667816" y="5386717"/>
                </a:lnTo>
                <a:lnTo>
                  <a:pt x="663816" y="5381637"/>
                </a:lnTo>
                <a:lnTo>
                  <a:pt x="657720" y="5379097"/>
                </a:lnTo>
                <a:lnTo>
                  <a:pt x="649897" y="5381637"/>
                </a:lnTo>
                <a:lnTo>
                  <a:pt x="644702" y="5383771"/>
                </a:lnTo>
                <a:lnTo>
                  <a:pt x="644702" y="5437517"/>
                </a:lnTo>
                <a:lnTo>
                  <a:pt x="644575" y="5441327"/>
                </a:lnTo>
                <a:lnTo>
                  <a:pt x="644296" y="5447677"/>
                </a:lnTo>
                <a:lnTo>
                  <a:pt x="644131" y="5450217"/>
                </a:lnTo>
                <a:lnTo>
                  <a:pt x="639813" y="5452757"/>
                </a:lnTo>
                <a:lnTo>
                  <a:pt x="636765" y="5454027"/>
                </a:lnTo>
                <a:lnTo>
                  <a:pt x="607822" y="5467997"/>
                </a:lnTo>
                <a:lnTo>
                  <a:pt x="552284" y="5499747"/>
                </a:lnTo>
                <a:lnTo>
                  <a:pt x="512025" y="5528957"/>
                </a:lnTo>
                <a:lnTo>
                  <a:pt x="471271" y="5563247"/>
                </a:lnTo>
                <a:lnTo>
                  <a:pt x="468960" y="5564517"/>
                </a:lnTo>
                <a:lnTo>
                  <a:pt x="466775" y="5567057"/>
                </a:lnTo>
                <a:lnTo>
                  <a:pt x="463880" y="5568327"/>
                </a:lnTo>
                <a:lnTo>
                  <a:pt x="490905" y="5527687"/>
                </a:lnTo>
                <a:lnTo>
                  <a:pt x="522719" y="5490857"/>
                </a:lnTo>
                <a:lnTo>
                  <a:pt x="559117" y="5459107"/>
                </a:lnTo>
                <a:lnTo>
                  <a:pt x="599833" y="5432437"/>
                </a:lnTo>
                <a:lnTo>
                  <a:pt x="644652" y="5410847"/>
                </a:lnTo>
                <a:lnTo>
                  <a:pt x="644702" y="5437517"/>
                </a:lnTo>
                <a:lnTo>
                  <a:pt x="644702" y="5383771"/>
                </a:lnTo>
                <a:lnTo>
                  <a:pt x="567474" y="5423547"/>
                </a:lnTo>
                <a:lnTo>
                  <a:pt x="526300" y="5454027"/>
                </a:lnTo>
                <a:lnTo>
                  <a:pt x="489775" y="5488317"/>
                </a:lnTo>
                <a:lnTo>
                  <a:pt x="458254" y="5528957"/>
                </a:lnTo>
                <a:lnTo>
                  <a:pt x="432054" y="5574677"/>
                </a:lnTo>
                <a:lnTo>
                  <a:pt x="425831" y="5588647"/>
                </a:lnTo>
                <a:lnTo>
                  <a:pt x="422668" y="5594997"/>
                </a:lnTo>
                <a:lnTo>
                  <a:pt x="419265" y="5603887"/>
                </a:lnTo>
                <a:lnTo>
                  <a:pt x="417334" y="5598807"/>
                </a:lnTo>
                <a:lnTo>
                  <a:pt x="416318" y="5596267"/>
                </a:lnTo>
                <a:lnTo>
                  <a:pt x="414909" y="5593727"/>
                </a:lnTo>
                <a:lnTo>
                  <a:pt x="406285" y="5577217"/>
                </a:lnTo>
                <a:lnTo>
                  <a:pt x="402031" y="5568327"/>
                </a:lnTo>
                <a:lnTo>
                  <a:pt x="398881" y="5561749"/>
                </a:lnTo>
                <a:lnTo>
                  <a:pt x="398881" y="5640717"/>
                </a:lnTo>
                <a:lnTo>
                  <a:pt x="375881" y="5640717"/>
                </a:lnTo>
                <a:lnTo>
                  <a:pt x="365036" y="5638177"/>
                </a:lnTo>
                <a:lnTo>
                  <a:pt x="354342" y="5634367"/>
                </a:lnTo>
                <a:lnTo>
                  <a:pt x="351790" y="5632945"/>
                </a:lnTo>
                <a:lnTo>
                  <a:pt x="351790" y="5677547"/>
                </a:lnTo>
                <a:lnTo>
                  <a:pt x="351497" y="5721997"/>
                </a:lnTo>
                <a:lnTo>
                  <a:pt x="351409" y="6188087"/>
                </a:lnTo>
                <a:lnTo>
                  <a:pt x="349948" y="6188087"/>
                </a:lnTo>
                <a:lnTo>
                  <a:pt x="39662" y="6014097"/>
                </a:lnTo>
                <a:lnTo>
                  <a:pt x="34594" y="6011557"/>
                </a:lnTo>
                <a:lnTo>
                  <a:pt x="27876" y="6006477"/>
                </a:lnTo>
                <a:lnTo>
                  <a:pt x="26352" y="6002667"/>
                </a:lnTo>
                <a:lnTo>
                  <a:pt x="24193" y="5996317"/>
                </a:lnTo>
                <a:lnTo>
                  <a:pt x="24815" y="5993777"/>
                </a:lnTo>
                <a:lnTo>
                  <a:pt x="24879" y="5487047"/>
                </a:lnTo>
                <a:lnTo>
                  <a:pt x="25133" y="5479427"/>
                </a:lnTo>
                <a:lnTo>
                  <a:pt x="27114" y="5478157"/>
                </a:lnTo>
                <a:lnTo>
                  <a:pt x="65278" y="5499747"/>
                </a:lnTo>
                <a:lnTo>
                  <a:pt x="154419" y="5549277"/>
                </a:lnTo>
                <a:lnTo>
                  <a:pt x="244932" y="5601347"/>
                </a:lnTo>
                <a:lnTo>
                  <a:pt x="290245" y="5626747"/>
                </a:lnTo>
                <a:lnTo>
                  <a:pt x="335686" y="5650877"/>
                </a:lnTo>
                <a:lnTo>
                  <a:pt x="343090" y="5655957"/>
                </a:lnTo>
                <a:lnTo>
                  <a:pt x="348119" y="5662307"/>
                </a:lnTo>
                <a:lnTo>
                  <a:pt x="350951" y="5668657"/>
                </a:lnTo>
                <a:lnTo>
                  <a:pt x="351790" y="5677547"/>
                </a:lnTo>
                <a:lnTo>
                  <a:pt x="351790" y="5632945"/>
                </a:lnTo>
                <a:lnTo>
                  <a:pt x="308965" y="5608967"/>
                </a:lnTo>
                <a:lnTo>
                  <a:pt x="263537" y="5582297"/>
                </a:lnTo>
                <a:lnTo>
                  <a:pt x="79451" y="5479427"/>
                </a:lnTo>
                <a:lnTo>
                  <a:pt x="77419" y="5478157"/>
                </a:lnTo>
                <a:lnTo>
                  <a:pt x="74269" y="5475617"/>
                </a:lnTo>
                <a:lnTo>
                  <a:pt x="86702" y="5462917"/>
                </a:lnTo>
                <a:lnTo>
                  <a:pt x="87947" y="5461647"/>
                </a:lnTo>
                <a:lnTo>
                  <a:pt x="94742" y="5455297"/>
                </a:lnTo>
                <a:lnTo>
                  <a:pt x="101650" y="5447677"/>
                </a:lnTo>
                <a:lnTo>
                  <a:pt x="103441" y="5446407"/>
                </a:lnTo>
                <a:lnTo>
                  <a:pt x="108089" y="5447677"/>
                </a:lnTo>
                <a:lnTo>
                  <a:pt x="111023" y="5447677"/>
                </a:lnTo>
                <a:lnTo>
                  <a:pt x="140462" y="5456567"/>
                </a:lnTo>
                <a:lnTo>
                  <a:pt x="197573" y="5479427"/>
                </a:lnTo>
                <a:lnTo>
                  <a:pt x="225374" y="5493397"/>
                </a:lnTo>
                <a:lnTo>
                  <a:pt x="227050" y="5493397"/>
                </a:lnTo>
                <a:lnTo>
                  <a:pt x="228727" y="5494667"/>
                </a:lnTo>
                <a:lnTo>
                  <a:pt x="238988" y="5499747"/>
                </a:lnTo>
                <a:lnTo>
                  <a:pt x="245021" y="5498477"/>
                </a:lnTo>
                <a:lnTo>
                  <a:pt x="252425" y="5484507"/>
                </a:lnTo>
                <a:lnTo>
                  <a:pt x="250202" y="5478157"/>
                </a:lnTo>
                <a:lnTo>
                  <a:pt x="241363" y="5473077"/>
                </a:lnTo>
                <a:lnTo>
                  <a:pt x="231495" y="5467997"/>
                </a:lnTo>
                <a:lnTo>
                  <a:pt x="221589" y="5464187"/>
                </a:lnTo>
                <a:lnTo>
                  <a:pt x="201549" y="5454027"/>
                </a:lnTo>
                <a:lnTo>
                  <a:pt x="195872" y="5451487"/>
                </a:lnTo>
                <a:lnTo>
                  <a:pt x="193344" y="5448947"/>
                </a:lnTo>
                <a:lnTo>
                  <a:pt x="193497" y="5446407"/>
                </a:lnTo>
                <a:lnTo>
                  <a:pt x="193649" y="5443867"/>
                </a:lnTo>
                <a:lnTo>
                  <a:pt x="193802" y="5440057"/>
                </a:lnTo>
                <a:lnTo>
                  <a:pt x="193903" y="5437517"/>
                </a:lnTo>
                <a:lnTo>
                  <a:pt x="193878" y="5410847"/>
                </a:lnTo>
                <a:lnTo>
                  <a:pt x="238645" y="5432437"/>
                </a:lnTo>
                <a:lnTo>
                  <a:pt x="279349" y="5459107"/>
                </a:lnTo>
                <a:lnTo>
                  <a:pt x="315709" y="5490857"/>
                </a:lnTo>
                <a:lnTo>
                  <a:pt x="347522" y="5526417"/>
                </a:lnTo>
                <a:lnTo>
                  <a:pt x="374535" y="5568327"/>
                </a:lnTo>
                <a:lnTo>
                  <a:pt x="335241" y="5535307"/>
                </a:lnTo>
                <a:lnTo>
                  <a:pt x="319493" y="5521337"/>
                </a:lnTo>
                <a:lnTo>
                  <a:pt x="316712" y="5520067"/>
                </a:lnTo>
                <a:lnTo>
                  <a:pt x="306527" y="5513717"/>
                </a:lnTo>
                <a:lnTo>
                  <a:pt x="299796" y="5513717"/>
                </a:lnTo>
                <a:lnTo>
                  <a:pt x="291477" y="5527687"/>
                </a:lnTo>
                <a:lnTo>
                  <a:pt x="292874" y="5532767"/>
                </a:lnTo>
                <a:lnTo>
                  <a:pt x="299059" y="5537847"/>
                </a:lnTo>
                <a:lnTo>
                  <a:pt x="318566" y="5553087"/>
                </a:lnTo>
                <a:lnTo>
                  <a:pt x="324954" y="5558167"/>
                </a:lnTo>
                <a:lnTo>
                  <a:pt x="361607" y="5592457"/>
                </a:lnTo>
                <a:lnTo>
                  <a:pt x="393331" y="5631827"/>
                </a:lnTo>
                <a:lnTo>
                  <a:pt x="396570" y="5636907"/>
                </a:lnTo>
                <a:lnTo>
                  <a:pt x="398881" y="5640717"/>
                </a:lnTo>
                <a:lnTo>
                  <a:pt x="398881" y="5561749"/>
                </a:lnTo>
                <a:lnTo>
                  <a:pt x="397776" y="5559437"/>
                </a:lnTo>
                <a:lnTo>
                  <a:pt x="348881" y="5489587"/>
                </a:lnTo>
                <a:lnTo>
                  <a:pt x="314744" y="5455297"/>
                </a:lnTo>
                <a:lnTo>
                  <a:pt x="276885" y="5427357"/>
                </a:lnTo>
                <a:lnTo>
                  <a:pt x="235635" y="5403227"/>
                </a:lnTo>
                <a:lnTo>
                  <a:pt x="191325" y="5382907"/>
                </a:lnTo>
                <a:lnTo>
                  <a:pt x="181521" y="5380367"/>
                </a:lnTo>
                <a:lnTo>
                  <a:pt x="174637" y="5381637"/>
                </a:lnTo>
                <a:lnTo>
                  <a:pt x="170573" y="5386717"/>
                </a:lnTo>
                <a:lnTo>
                  <a:pt x="169189" y="5396877"/>
                </a:lnTo>
                <a:lnTo>
                  <a:pt x="169189" y="5440057"/>
                </a:lnTo>
                <a:lnTo>
                  <a:pt x="158178" y="5437517"/>
                </a:lnTo>
                <a:lnTo>
                  <a:pt x="110718" y="5422277"/>
                </a:lnTo>
                <a:lnTo>
                  <a:pt x="103162" y="5419737"/>
                </a:lnTo>
                <a:lnTo>
                  <a:pt x="96532" y="5421007"/>
                </a:lnTo>
                <a:lnTo>
                  <a:pt x="90576" y="5423547"/>
                </a:lnTo>
                <a:lnTo>
                  <a:pt x="84988" y="5428627"/>
                </a:lnTo>
                <a:lnTo>
                  <a:pt x="77939" y="5436247"/>
                </a:lnTo>
                <a:lnTo>
                  <a:pt x="63373" y="5451487"/>
                </a:lnTo>
                <a:lnTo>
                  <a:pt x="56172" y="5459107"/>
                </a:lnTo>
                <a:lnTo>
                  <a:pt x="52743" y="5462917"/>
                </a:lnTo>
                <a:lnTo>
                  <a:pt x="50050" y="5462917"/>
                </a:lnTo>
                <a:lnTo>
                  <a:pt x="45643" y="5460377"/>
                </a:lnTo>
                <a:lnTo>
                  <a:pt x="28143" y="5455297"/>
                </a:lnTo>
                <a:lnTo>
                  <a:pt x="13652" y="5459107"/>
                </a:lnTo>
                <a:lnTo>
                  <a:pt x="3784" y="5470537"/>
                </a:lnTo>
                <a:lnTo>
                  <a:pt x="127" y="5488317"/>
                </a:lnTo>
                <a:lnTo>
                  <a:pt x="0" y="5997587"/>
                </a:lnTo>
                <a:lnTo>
                  <a:pt x="1168" y="6009017"/>
                </a:lnTo>
                <a:lnTo>
                  <a:pt x="4800" y="6017907"/>
                </a:lnTo>
                <a:lnTo>
                  <a:pt x="10998" y="6025527"/>
                </a:lnTo>
                <a:lnTo>
                  <a:pt x="19900" y="6031877"/>
                </a:lnTo>
                <a:lnTo>
                  <a:pt x="40335" y="6042037"/>
                </a:lnTo>
                <a:lnTo>
                  <a:pt x="273710" y="6174117"/>
                </a:lnTo>
                <a:lnTo>
                  <a:pt x="287274" y="6180467"/>
                </a:lnTo>
                <a:lnTo>
                  <a:pt x="300558" y="6188087"/>
                </a:lnTo>
                <a:lnTo>
                  <a:pt x="313169" y="6196977"/>
                </a:lnTo>
                <a:lnTo>
                  <a:pt x="326542" y="6203327"/>
                </a:lnTo>
                <a:lnTo>
                  <a:pt x="340829" y="6208407"/>
                </a:lnTo>
                <a:lnTo>
                  <a:pt x="355028" y="6212217"/>
                </a:lnTo>
                <a:lnTo>
                  <a:pt x="368096" y="6219837"/>
                </a:lnTo>
                <a:lnTo>
                  <a:pt x="371602" y="6222377"/>
                </a:lnTo>
                <a:lnTo>
                  <a:pt x="463638" y="6222377"/>
                </a:lnTo>
                <a:lnTo>
                  <a:pt x="471233" y="6217297"/>
                </a:lnTo>
                <a:lnTo>
                  <a:pt x="481025" y="6213487"/>
                </a:lnTo>
                <a:lnTo>
                  <a:pt x="483273" y="6209677"/>
                </a:lnTo>
                <a:lnTo>
                  <a:pt x="484949" y="6210947"/>
                </a:lnTo>
                <a:lnTo>
                  <a:pt x="493014" y="6210947"/>
                </a:lnTo>
                <a:lnTo>
                  <a:pt x="500392" y="6209677"/>
                </a:lnTo>
                <a:lnTo>
                  <a:pt x="507326" y="6205867"/>
                </a:lnTo>
                <a:lnTo>
                  <a:pt x="520877" y="6198247"/>
                </a:lnTo>
                <a:lnTo>
                  <a:pt x="538937" y="6188087"/>
                </a:lnTo>
                <a:lnTo>
                  <a:pt x="733132" y="6078867"/>
                </a:lnTo>
                <a:lnTo>
                  <a:pt x="820775" y="6030607"/>
                </a:lnTo>
                <a:lnTo>
                  <a:pt x="828560" y="6024257"/>
                </a:lnTo>
                <a:lnTo>
                  <a:pt x="834110" y="6017907"/>
                </a:lnTo>
                <a:lnTo>
                  <a:pt x="837425" y="6010287"/>
                </a:lnTo>
                <a:lnTo>
                  <a:pt x="838517" y="6000127"/>
                </a:lnTo>
                <a:close/>
              </a:path>
              <a:path extrusionOk="0" h="6223000" w="9416415">
                <a:moveTo>
                  <a:pt x="9009863" y="626859"/>
                </a:moveTo>
                <a:lnTo>
                  <a:pt x="9009177" y="622884"/>
                </a:lnTo>
                <a:lnTo>
                  <a:pt x="9009215" y="552145"/>
                </a:lnTo>
                <a:lnTo>
                  <a:pt x="9009113" y="483819"/>
                </a:lnTo>
                <a:lnTo>
                  <a:pt x="9008288" y="470255"/>
                </a:lnTo>
                <a:lnTo>
                  <a:pt x="9003982" y="466178"/>
                </a:lnTo>
                <a:lnTo>
                  <a:pt x="8989936" y="465988"/>
                </a:lnTo>
                <a:lnTo>
                  <a:pt x="8985948" y="469900"/>
                </a:lnTo>
                <a:lnTo>
                  <a:pt x="8984361" y="478790"/>
                </a:lnTo>
                <a:lnTo>
                  <a:pt x="8984463" y="626325"/>
                </a:lnTo>
                <a:lnTo>
                  <a:pt x="8986456" y="635025"/>
                </a:lnTo>
                <a:lnTo>
                  <a:pt x="8990851" y="639483"/>
                </a:lnTo>
                <a:lnTo>
                  <a:pt x="9001265" y="637057"/>
                </a:lnTo>
                <a:lnTo>
                  <a:pt x="9005291" y="632701"/>
                </a:lnTo>
                <a:lnTo>
                  <a:pt x="9009863" y="626859"/>
                </a:lnTo>
                <a:close/>
              </a:path>
              <a:path extrusionOk="0" h="6223000" w="9416415">
                <a:moveTo>
                  <a:pt x="9355976" y="272199"/>
                </a:moveTo>
                <a:lnTo>
                  <a:pt x="9355658" y="227507"/>
                </a:lnTo>
                <a:lnTo>
                  <a:pt x="9343250" y="214147"/>
                </a:lnTo>
                <a:lnTo>
                  <a:pt x="9335872" y="216230"/>
                </a:lnTo>
                <a:lnTo>
                  <a:pt x="9330906" y="218897"/>
                </a:lnTo>
                <a:lnTo>
                  <a:pt x="9330906" y="283540"/>
                </a:lnTo>
                <a:lnTo>
                  <a:pt x="9330525" y="294779"/>
                </a:lnTo>
                <a:lnTo>
                  <a:pt x="9330372" y="297675"/>
                </a:lnTo>
                <a:lnTo>
                  <a:pt x="9326067" y="301155"/>
                </a:lnTo>
                <a:lnTo>
                  <a:pt x="9132443" y="412000"/>
                </a:lnTo>
                <a:lnTo>
                  <a:pt x="9129433" y="413410"/>
                </a:lnTo>
                <a:lnTo>
                  <a:pt x="9125013" y="415683"/>
                </a:lnTo>
                <a:lnTo>
                  <a:pt x="9125026" y="379780"/>
                </a:lnTo>
                <a:lnTo>
                  <a:pt x="9125242" y="366420"/>
                </a:lnTo>
                <a:lnTo>
                  <a:pt x="9127414" y="363867"/>
                </a:lnTo>
                <a:lnTo>
                  <a:pt x="9328112" y="249301"/>
                </a:lnTo>
                <a:lnTo>
                  <a:pt x="9328785" y="249313"/>
                </a:lnTo>
                <a:lnTo>
                  <a:pt x="9330880" y="248881"/>
                </a:lnTo>
                <a:lnTo>
                  <a:pt x="9330906" y="283540"/>
                </a:lnTo>
                <a:lnTo>
                  <a:pt x="9330906" y="218897"/>
                </a:lnTo>
                <a:lnTo>
                  <a:pt x="9329661" y="219557"/>
                </a:lnTo>
                <a:lnTo>
                  <a:pt x="9277782" y="249313"/>
                </a:lnTo>
                <a:lnTo>
                  <a:pt x="9103144" y="349021"/>
                </a:lnTo>
                <a:lnTo>
                  <a:pt x="9099702" y="354279"/>
                </a:lnTo>
                <a:lnTo>
                  <a:pt x="9100071" y="362877"/>
                </a:lnTo>
                <a:lnTo>
                  <a:pt x="9100096" y="363867"/>
                </a:lnTo>
                <a:lnTo>
                  <a:pt x="9100223" y="433400"/>
                </a:lnTo>
                <a:lnTo>
                  <a:pt x="9101887" y="442823"/>
                </a:lnTo>
                <a:lnTo>
                  <a:pt x="9106421" y="448246"/>
                </a:lnTo>
                <a:lnTo>
                  <a:pt x="9113393" y="449414"/>
                </a:lnTo>
                <a:lnTo>
                  <a:pt x="9122423" y="446112"/>
                </a:lnTo>
                <a:lnTo>
                  <a:pt x="9175890" y="415683"/>
                </a:lnTo>
                <a:lnTo>
                  <a:pt x="9349829" y="315950"/>
                </a:lnTo>
                <a:lnTo>
                  <a:pt x="9355861" y="285318"/>
                </a:lnTo>
                <a:lnTo>
                  <a:pt x="9355976" y="272199"/>
                </a:lnTo>
                <a:close/>
              </a:path>
              <a:path extrusionOk="0" h="6223000" w="9416415">
                <a:moveTo>
                  <a:pt x="9415996" y="621030"/>
                </a:moveTo>
                <a:lnTo>
                  <a:pt x="9415882" y="551180"/>
                </a:lnTo>
                <a:lnTo>
                  <a:pt x="9411805" y="546100"/>
                </a:lnTo>
                <a:lnTo>
                  <a:pt x="9395041" y="546100"/>
                </a:lnTo>
                <a:lnTo>
                  <a:pt x="9391358" y="551180"/>
                </a:lnTo>
                <a:lnTo>
                  <a:pt x="9391294" y="562610"/>
                </a:lnTo>
                <a:lnTo>
                  <a:pt x="9391117" y="576580"/>
                </a:lnTo>
                <a:lnTo>
                  <a:pt x="9391040" y="599440"/>
                </a:lnTo>
                <a:lnTo>
                  <a:pt x="9391548" y="610870"/>
                </a:lnTo>
                <a:lnTo>
                  <a:pt x="9391167" y="618490"/>
                </a:lnTo>
                <a:lnTo>
                  <a:pt x="9334170" y="659130"/>
                </a:lnTo>
                <a:lnTo>
                  <a:pt x="9246222" y="707390"/>
                </a:lnTo>
                <a:lnTo>
                  <a:pt x="9066530" y="808990"/>
                </a:lnTo>
                <a:lnTo>
                  <a:pt x="9064765" y="807720"/>
                </a:lnTo>
                <a:lnTo>
                  <a:pt x="9064663" y="787400"/>
                </a:lnTo>
                <a:lnTo>
                  <a:pt x="9064663" y="760730"/>
                </a:lnTo>
                <a:lnTo>
                  <a:pt x="9064663" y="731520"/>
                </a:lnTo>
                <a:lnTo>
                  <a:pt x="9064663" y="706120"/>
                </a:lnTo>
                <a:lnTo>
                  <a:pt x="9064587" y="400050"/>
                </a:lnTo>
                <a:lnTo>
                  <a:pt x="9064549" y="373380"/>
                </a:lnTo>
                <a:lnTo>
                  <a:pt x="9064511" y="345440"/>
                </a:lnTo>
                <a:lnTo>
                  <a:pt x="9064473" y="318770"/>
                </a:lnTo>
                <a:lnTo>
                  <a:pt x="9064422" y="287020"/>
                </a:lnTo>
                <a:lnTo>
                  <a:pt x="9064422" y="284480"/>
                </a:lnTo>
                <a:lnTo>
                  <a:pt x="9067254" y="279400"/>
                </a:lnTo>
                <a:lnTo>
                  <a:pt x="9100160" y="261620"/>
                </a:lnTo>
                <a:lnTo>
                  <a:pt x="9118981" y="251460"/>
                </a:lnTo>
                <a:lnTo>
                  <a:pt x="9162872" y="226060"/>
                </a:lnTo>
                <a:lnTo>
                  <a:pt x="9206751" y="201930"/>
                </a:lnTo>
                <a:lnTo>
                  <a:pt x="9338335" y="127000"/>
                </a:lnTo>
                <a:lnTo>
                  <a:pt x="9370301" y="109220"/>
                </a:lnTo>
                <a:lnTo>
                  <a:pt x="9380982" y="104140"/>
                </a:lnTo>
                <a:lnTo>
                  <a:pt x="9388716" y="99060"/>
                </a:lnTo>
                <a:lnTo>
                  <a:pt x="9390888" y="100330"/>
                </a:lnTo>
                <a:lnTo>
                  <a:pt x="9391205" y="107950"/>
                </a:lnTo>
                <a:lnTo>
                  <a:pt x="9391294" y="485140"/>
                </a:lnTo>
                <a:lnTo>
                  <a:pt x="9395409" y="491490"/>
                </a:lnTo>
                <a:lnTo>
                  <a:pt x="9412135" y="491490"/>
                </a:lnTo>
                <a:lnTo>
                  <a:pt x="9415983" y="485140"/>
                </a:lnTo>
                <a:lnTo>
                  <a:pt x="9415869" y="104140"/>
                </a:lnTo>
                <a:lnTo>
                  <a:pt x="9390164" y="76200"/>
                </a:lnTo>
                <a:lnTo>
                  <a:pt x="9379217" y="77470"/>
                </a:lnTo>
                <a:lnTo>
                  <a:pt x="9369577" y="81280"/>
                </a:lnTo>
                <a:lnTo>
                  <a:pt x="9362072" y="80010"/>
                </a:lnTo>
                <a:lnTo>
                  <a:pt x="9355849" y="76200"/>
                </a:lnTo>
                <a:lnTo>
                  <a:pt x="9350032" y="69850"/>
                </a:lnTo>
                <a:lnTo>
                  <a:pt x="9347810" y="67310"/>
                </a:lnTo>
                <a:lnTo>
                  <a:pt x="9343695" y="63080"/>
                </a:lnTo>
                <a:lnTo>
                  <a:pt x="9343695" y="96520"/>
                </a:lnTo>
                <a:lnTo>
                  <a:pt x="9319387" y="109220"/>
                </a:lnTo>
                <a:lnTo>
                  <a:pt x="9204325" y="173990"/>
                </a:lnTo>
                <a:lnTo>
                  <a:pt x="9111640" y="227330"/>
                </a:lnTo>
                <a:lnTo>
                  <a:pt x="9065400" y="252730"/>
                </a:lnTo>
                <a:lnTo>
                  <a:pt x="9053995" y="257810"/>
                </a:lnTo>
                <a:lnTo>
                  <a:pt x="9042349" y="261620"/>
                </a:lnTo>
                <a:lnTo>
                  <a:pt x="9040038" y="261620"/>
                </a:lnTo>
                <a:lnTo>
                  <a:pt x="9040038" y="306070"/>
                </a:lnTo>
                <a:lnTo>
                  <a:pt x="9039987" y="310311"/>
                </a:lnTo>
                <a:lnTo>
                  <a:pt x="9039987" y="803910"/>
                </a:lnTo>
                <a:lnTo>
                  <a:pt x="9039885" y="807720"/>
                </a:lnTo>
                <a:lnTo>
                  <a:pt x="9039555" y="812800"/>
                </a:lnTo>
                <a:lnTo>
                  <a:pt x="9039314" y="815340"/>
                </a:lnTo>
                <a:lnTo>
                  <a:pt x="9035199" y="819150"/>
                </a:lnTo>
                <a:lnTo>
                  <a:pt x="8958186" y="819150"/>
                </a:lnTo>
                <a:lnTo>
                  <a:pt x="8954249" y="814070"/>
                </a:lnTo>
                <a:lnTo>
                  <a:pt x="8953690" y="808990"/>
                </a:lnTo>
                <a:lnTo>
                  <a:pt x="8953144" y="803910"/>
                </a:lnTo>
                <a:lnTo>
                  <a:pt x="8953665" y="796290"/>
                </a:lnTo>
                <a:lnTo>
                  <a:pt x="8953665" y="787400"/>
                </a:lnTo>
                <a:lnTo>
                  <a:pt x="9039873" y="787400"/>
                </a:lnTo>
                <a:lnTo>
                  <a:pt x="9039987" y="803910"/>
                </a:lnTo>
                <a:lnTo>
                  <a:pt x="9039987" y="310311"/>
                </a:lnTo>
                <a:lnTo>
                  <a:pt x="9039885" y="318770"/>
                </a:lnTo>
                <a:lnTo>
                  <a:pt x="9039454" y="318770"/>
                </a:lnTo>
                <a:lnTo>
                  <a:pt x="9039454" y="731520"/>
                </a:lnTo>
                <a:lnTo>
                  <a:pt x="9039454" y="760730"/>
                </a:lnTo>
                <a:lnTo>
                  <a:pt x="8954287" y="760730"/>
                </a:lnTo>
                <a:lnTo>
                  <a:pt x="8954287" y="731520"/>
                </a:lnTo>
                <a:lnTo>
                  <a:pt x="9039454" y="731520"/>
                </a:lnTo>
                <a:lnTo>
                  <a:pt x="9039454" y="318770"/>
                </a:lnTo>
                <a:lnTo>
                  <a:pt x="9039276" y="318770"/>
                </a:lnTo>
                <a:lnTo>
                  <a:pt x="9039276" y="345440"/>
                </a:lnTo>
                <a:lnTo>
                  <a:pt x="9039276" y="373380"/>
                </a:lnTo>
                <a:lnTo>
                  <a:pt x="9039200" y="400050"/>
                </a:lnTo>
                <a:lnTo>
                  <a:pt x="9039200" y="706120"/>
                </a:lnTo>
                <a:lnTo>
                  <a:pt x="8954376" y="706120"/>
                </a:lnTo>
                <a:lnTo>
                  <a:pt x="8954376" y="400050"/>
                </a:lnTo>
                <a:lnTo>
                  <a:pt x="9039200" y="400050"/>
                </a:lnTo>
                <a:lnTo>
                  <a:pt x="9039200" y="373380"/>
                </a:lnTo>
                <a:lnTo>
                  <a:pt x="8954414" y="373380"/>
                </a:lnTo>
                <a:lnTo>
                  <a:pt x="8954414" y="345440"/>
                </a:lnTo>
                <a:lnTo>
                  <a:pt x="9039276" y="345440"/>
                </a:lnTo>
                <a:lnTo>
                  <a:pt x="9039276" y="318770"/>
                </a:lnTo>
                <a:lnTo>
                  <a:pt x="8953690" y="318770"/>
                </a:lnTo>
                <a:lnTo>
                  <a:pt x="8953640" y="298450"/>
                </a:lnTo>
                <a:lnTo>
                  <a:pt x="8953995" y="292100"/>
                </a:lnTo>
                <a:lnTo>
                  <a:pt x="8954186" y="290830"/>
                </a:lnTo>
                <a:lnTo>
                  <a:pt x="8958135" y="287020"/>
                </a:lnTo>
                <a:lnTo>
                  <a:pt x="9035186" y="287020"/>
                </a:lnTo>
                <a:lnTo>
                  <a:pt x="9039327" y="290830"/>
                </a:lnTo>
                <a:lnTo>
                  <a:pt x="9039568" y="293370"/>
                </a:lnTo>
                <a:lnTo>
                  <a:pt x="9039962" y="299720"/>
                </a:lnTo>
                <a:lnTo>
                  <a:pt x="9040038" y="306070"/>
                </a:lnTo>
                <a:lnTo>
                  <a:pt x="9040038" y="261620"/>
                </a:lnTo>
                <a:lnTo>
                  <a:pt x="9030170" y="261620"/>
                </a:lnTo>
                <a:lnTo>
                  <a:pt x="9017178" y="260350"/>
                </a:lnTo>
                <a:lnTo>
                  <a:pt x="9043721" y="224790"/>
                </a:lnTo>
                <a:lnTo>
                  <a:pt x="9073934" y="194310"/>
                </a:lnTo>
                <a:lnTo>
                  <a:pt x="9080106" y="189230"/>
                </a:lnTo>
                <a:lnTo>
                  <a:pt x="9115577" y="160020"/>
                </a:lnTo>
                <a:lnTo>
                  <a:pt x="9159888" y="130810"/>
                </a:lnTo>
                <a:lnTo>
                  <a:pt x="9206649" y="105410"/>
                </a:lnTo>
                <a:lnTo>
                  <a:pt x="9255633" y="85090"/>
                </a:lnTo>
                <a:lnTo>
                  <a:pt x="9306636" y="68580"/>
                </a:lnTo>
                <a:lnTo>
                  <a:pt x="9308998" y="67310"/>
                </a:lnTo>
                <a:lnTo>
                  <a:pt x="9312732" y="67310"/>
                </a:lnTo>
                <a:lnTo>
                  <a:pt x="9314307" y="68580"/>
                </a:lnTo>
                <a:lnTo>
                  <a:pt x="9321482" y="74930"/>
                </a:lnTo>
                <a:lnTo>
                  <a:pt x="9328671" y="82550"/>
                </a:lnTo>
                <a:lnTo>
                  <a:pt x="9343695" y="96520"/>
                </a:lnTo>
                <a:lnTo>
                  <a:pt x="9343695" y="63080"/>
                </a:lnTo>
                <a:lnTo>
                  <a:pt x="9341637" y="60960"/>
                </a:lnTo>
                <a:lnTo>
                  <a:pt x="9328163" y="46990"/>
                </a:lnTo>
                <a:lnTo>
                  <a:pt x="9319514" y="40640"/>
                </a:lnTo>
                <a:lnTo>
                  <a:pt x="9308427" y="41910"/>
                </a:lnTo>
                <a:lnTo>
                  <a:pt x="9286418" y="48260"/>
                </a:lnTo>
                <a:lnTo>
                  <a:pt x="9276791" y="50800"/>
                </a:lnTo>
                <a:lnTo>
                  <a:pt x="9257208" y="58420"/>
                </a:lnTo>
                <a:lnTo>
                  <a:pt x="9246895" y="60960"/>
                </a:lnTo>
                <a:lnTo>
                  <a:pt x="9246959" y="31750"/>
                </a:lnTo>
                <a:lnTo>
                  <a:pt x="9246819" y="15240"/>
                </a:lnTo>
                <a:lnTo>
                  <a:pt x="9245295" y="7620"/>
                </a:lnTo>
                <a:lnTo>
                  <a:pt x="9241295" y="2540"/>
                </a:lnTo>
                <a:lnTo>
                  <a:pt x="9235199" y="0"/>
                </a:lnTo>
                <a:lnTo>
                  <a:pt x="9227363" y="2540"/>
                </a:lnTo>
                <a:lnTo>
                  <a:pt x="9222181" y="4673"/>
                </a:lnTo>
                <a:lnTo>
                  <a:pt x="9222181" y="58420"/>
                </a:lnTo>
                <a:lnTo>
                  <a:pt x="9222054" y="62230"/>
                </a:lnTo>
                <a:lnTo>
                  <a:pt x="9221775" y="68580"/>
                </a:lnTo>
                <a:lnTo>
                  <a:pt x="9221610" y="71120"/>
                </a:lnTo>
                <a:lnTo>
                  <a:pt x="9217279" y="73660"/>
                </a:lnTo>
                <a:lnTo>
                  <a:pt x="9214244" y="74930"/>
                </a:lnTo>
                <a:lnTo>
                  <a:pt x="9185288" y="88900"/>
                </a:lnTo>
                <a:lnTo>
                  <a:pt x="9129751" y="120650"/>
                </a:lnTo>
                <a:lnTo>
                  <a:pt x="9089492" y="149860"/>
                </a:lnTo>
                <a:lnTo>
                  <a:pt x="9048750" y="184150"/>
                </a:lnTo>
                <a:lnTo>
                  <a:pt x="9046426" y="185420"/>
                </a:lnTo>
                <a:lnTo>
                  <a:pt x="9044241" y="187960"/>
                </a:lnTo>
                <a:lnTo>
                  <a:pt x="9041359" y="189230"/>
                </a:lnTo>
                <a:lnTo>
                  <a:pt x="9068384" y="148590"/>
                </a:lnTo>
                <a:lnTo>
                  <a:pt x="9100198" y="111760"/>
                </a:lnTo>
                <a:lnTo>
                  <a:pt x="9136596" y="80010"/>
                </a:lnTo>
                <a:lnTo>
                  <a:pt x="9177312" y="53340"/>
                </a:lnTo>
                <a:lnTo>
                  <a:pt x="9222130" y="31750"/>
                </a:lnTo>
                <a:lnTo>
                  <a:pt x="9222181" y="58420"/>
                </a:lnTo>
                <a:lnTo>
                  <a:pt x="9222181" y="4673"/>
                </a:lnTo>
                <a:lnTo>
                  <a:pt x="9144940" y="44450"/>
                </a:lnTo>
                <a:lnTo>
                  <a:pt x="9103766" y="74930"/>
                </a:lnTo>
                <a:lnTo>
                  <a:pt x="9067241" y="109220"/>
                </a:lnTo>
                <a:lnTo>
                  <a:pt x="9035720" y="149860"/>
                </a:lnTo>
                <a:lnTo>
                  <a:pt x="9009520" y="195580"/>
                </a:lnTo>
                <a:lnTo>
                  <a:pt x="9003309" y="209550"/>
                </a:lnTo>
                <a:lnTo>
                  <a:pt x="8996743" y="224790"/>
                </a:lnTo>
                <a:lnTo>
                  <a:pt x="8994813" y="219710"/>
                </a:lnTo>
                <a:lnTo>
                  <a:pt x="8993784" y="217170"/>
                </a:lnTo>
                <a:lnTo>
                  <a:pt x="8992387" y="214630"/>
                </a:lnTo>
                <a:lnTo>
                  <a:pt x="8983751" y="198120"/>
                </a:lnTo>
                <a:lnTo>
                  <a:pt x="8979497" y="189230"/>
                </a:lnTo>
                <a:lnTo>
                  <a:pt x="8976347" y="182651"/>
                </a:lnTo>
                <a:lnTo>
                  <a:pt x="8976347" y="261620"/>
                </a:lnTo>
                <a:lnTo>
                  <a:pt x="8953348" y="261620"/>
                </a:lnTo>
                <a:lnTo>
                  <a:pt x="8942502" y="259080"/>
                </a:lnTo>
                <a:lnTo>
                  <a:pt x="8931808" y="255270"/>
                </a:lnTo>
                <a:lnTo>
                  <a:pt x="8929268" y="253860"/>
                </a:lnTo>
                <a:lnTo>
                  <a:pt x="8929268" y="298450"/>
                </a:lnTo>
                <a:lnTo>
                  <a:pt x="8928951" y="345440"/>
                </a:lnTo>
                <a:lnTo>
                  <a:pt x="8928887" y="808990"/>
                </a:lnTo>
                <a:lnTo>
                  <a:pt x="8927427" y="808990"/>
                </a:lnTo>
                <a:lnTo>
                  <a:pt x="8617128" y="635000"/>
                </a:lnTo>
                <a:lnTo>
                  <a:pt x="8612073" y="632460"/>
                </a:lnTo>
                <a:lnTo>
                  <a:pt x="8605355" y="627380"/>
                </a:lnTo>
                <a:lnTo>
                  <a:pt x="8603818" y="623570"/>
                </a:lnTo>
                <a:lnTo>
                  <a:pt x="8601672" y="617220"/>
                </a:lnTo>
                <a:lnTo>
                  <a:pt x="8602281" y="614680"/>
                </a:lnTo>
                <a:lnTo>
                  <a:pt x="8602358" y="107950"/>
                </a:lnTo>
                <a:lnTo>
                  <a:pt x="8602612" y="100330"/>
                </a:lnTo>
                <a:lnTo>
                  <a:pt x="8604593" y="99060"/>
                </a:lnTo>
                <a:lnTo>
                  <a:pt x="8642756" y="120650"/>
                </a:lnTo>
                <a:lnTo>
                  <a:pt x="8731885" y="170180"/>
                </a:lnTo>
                <a:lnTo>
                  <a:pt x="8822411" y="222250"/>
                </a:lnTo>
                <a:lnTo>
                  <a:pt x="8867724" y="247650"/>
                </a:lnTo>
                <a:lnTo>
                  <a:pt x="8913165" y="271780"/>
                </a:lnTo>
                <a:lnTo>
                  <a:pt x="8920569" y="276860"/>
                </a:lnTo>
                <a:lnTo>
                  <a:pt x="8925585" y="283210"/>
                </a:lnTo>
                <a:lnTo>
                  <a:pt x="8928417" y="289560"/>
                </a:lnTo>
                <a:lnTo>
                  <a:pt x="8929268" y="298450"/>
                </a:lnTo>
                <a:lnTo>
                  <a:pt x="8929268" y="253860"/>
                </a:lnTo>
                <a:lnTo>
                  <a:pt x="8886431" y="229870"/>
                </a:lnTo>
                <a:lnTo>
                  <a:pt x="8841003" y="203200"/>
                </a:lnTo>
                <a:lnTo>
                  <a:pt x="8656930" y="100330"/>
                </a:lnTo>
                <a:lnTo>
                  <a:pt x="8654885" y="99060"/>
                </a:lnTo>
                <a:lnTo>
                  <a:pt x="8651735" y="96520"/>
                </a:lnTo>
                <a:lnTo>
                  <a:pt x="8664181" y="83820"/>
                </a:lnTo>
                <a:lnTo>
                  <a:pt x="8665426" y="82550"/>
                </a:lnTo>
                <a:lnTo>
                  <a:pt x="8672208" y="76200"/>
                </a:lnTo>
                <a:lnTo>
                  <a:pt x="8679129" y="68580"/>
                </a:lnTo>
                <a:lnTo>
                  <a:pt x="8680907" y="67310"/>
                </a:lnTo>
                <a:lnTo>
                  <a:pt x="8685555" y="68580"/>
                </a:lnTo>
                <a:lnTo>
                  <a:pt x="8688489" y="68580"/>
                </a:lnTo>
                <a:lnTo>
                  <a:pt x="8717928" y="77470"/>
                </a:lnTo>
                <a:lnTo>
                  <a:pt x="8775052" y="100330"/>
                </a:lnTo>
                <a:lnTo>
                  <a:pt x="8802853" y="114300"/>
                </a:lnTo>
                <a:lnTo>
                  <a:pt x="8804529" y="114300"/>
                </a:lnTo>
                <a:lnTo>
                  <a:pt x="8806193" y="115570"/>
                </a:lnTo>
                <a:lnTo>
                  <a:pt x="8816467" y="120650"/>
                </a:lnTo>
                <a:lnTo>
                  <a:pt x="8822499" y="119380"/>
                </a:lnTo>
                <a:lnTo>
                  <a:pt x="8829904" y="105410"/>
                </a:lnTo>
                <a:lnTo>
                  <a:pt x="8827681" y="99060"/>
                </a:lnTo>
                <a:lnTo>
                  <a:pt x="8818842" y="93980"/>
                </a:lnTo>
                <a:lnTo>
                  <a:pt x="8808974" y="88900"/>
                </a:lnTo>
                <a:lnTo>
                  <a:pt x="8799055" y="85090"/>
                </a:lnTo>
                <a:lnTo>
                  <a:pt x="8779027" y="74930"/>
                </a:lnTo>
                <a:lnTo>
                  <a:pt x="8773350" y="72390"/>
                </a:lnTo>
                <a:lnTo>
                  <a:pt x="8770823" y="69850"/>
                </a:lnTo>
                <a:lnTo>
                  <a:pt x="8770963" y="67310"/>
                </a:lnTo>
                <a:lnTo>
                  <a:pt x="8771115" y="64770"/>
                </a:lnTo>
                <a:lnTo>
                  <a:pt x="8771280" y="60960"/>
                </a:lnTo>
                <a:lnTo>
                  <a:pt x="8771369" y="58420"/>
                </a:lnTo>
                <a:lnTo>
                  <a:pt x="8771344" y="31750"/>
                </a:lnTo>
                <a:lnTo>
                  <a:pt x="8816124" y="53340"/>
                </a:lnTo>
                <a:lnTo>
                  <a:pt x="8856815" y="80010"/>
                </a:lnTo>
                <a:lnTo>
                  <a:pt x="8893188" y="111760"/>
                </a:lnTo>
                <a:lnTo>
                  <a:pt x="8924988" y="147320"/>
                </a:lnTo>
                <a:lnTo>
                  <a:pt x="8952001" y="189230"/>
                </a:lnTo>
                <a:lnTo>
                  <a:pt x="8912720" y="156210"/>
                </a:lnTo>
                <a:lnTo>
                  <a:pt x="8896972" y="142240"/>
                </a:lnTo>
                <a:lnTo>
                  <a:pt x="8894191" y="140970"/>
                </a:lnTo>
                <a:lnTo>
                  <a:pt x="8883993" y="134620"/>
                </a:lnTo>
                <a:lnTo>
                  <a:pt x="8877275" y="134620"/>
                </a:lnTo>
                <a:lnTo>
                  <a:pt x="8868956" y="148590"/>
                </a:lnTo>
                <a:lnTo>
                  <a:pt x="8870353" y="153670"/>
                </a:lnTo>
                <a:lnTo>
                  <a:pt x="8876525" y="158750"/>
                </a:lnTo>
                <a:lnTo>
                  <a:pt x="8896045" y="173990"/>
                </a:lnTo>
                <a:lnTo>
                  <a:pt x="8902433" y="179070"/>
                </a:lnTo>
                <a:lnTo>
                  <a:pt x="8939085" y="213360"/>
                </a:lnTo>
                <a:lnTo>
                  <a:pt x="8970797" y="252730"/>
                </a:lnTo>
                <a:lnTo>
                  <a:pt x="8976347" y="261620"/>
                </a:lnTo>
                <a:lnTo>
                  <a:pt x="8976347" y="182651"/>
                </a:lnTo>
                <a:lnTo>
                  <a:pt x="8956472" y="148590"/>
                </a:lnTo>
                <a:lnTo>
                  <a:pt x="8926347" y="110490"/>
                </a:lnTo>
                <a:lnTo>
                  <a:pt x="8892210" y="76200"/>
                </a:lnTo>
                <a:lnTo>
                  <a:pt x="8854351" y="48260"/>
                </a:lnTo>
                <a:lnTo>
                  <a:pt x="8826132" y="31750"/>
                </a:lnTo>
                <a:lnTo>
                  <a:pt x="8813114" y="24130"/>
                </a:lnTo>
                <a:lnTo>
                  <a:pt x="8768804" y="3810"/>
                </a:lnTo>
                <a:lnTo>
                  <a:pt x="8758999" y="1270"/>
                </a:lnTo>
                <a:lnTo>
                  <a:pt x="8752116" y="2540"/>
                </a:lnTo>
                <a:lnTo>
                  <a:pt x="8748052" y="7620"/>
                </a:lnTo>
                <a:lnTo>
                  <a:pt x="8746668" y="17780"/>
                </a:lnTo>
                <a:lnTo>
                  <a:pt x="8746655" y="60960"/>
                </a:lnTo>
                <a:lnTo>
                  <a:pt x="8735657" y="58420"/>
                </a:lnTo>
                <a:lnTo>
                  <a:pt x="8688197" y="43180"/>
                </a:lnTo>
                <a:lnTo>
                  <a:pt x="8680628" y="40640"/>
                </a:lnTo>
                <a:lnTo>
                  <a:pt x="8674011" y="41910"/>
                </a:lnTo>
                <a:lnTo>
                  <a:pt x="8668042" y="44450"/>
                </a:lnTo>
                <a:lnTo>
                  <a:pt x="8662454" y="49530"/>
                </a:lnTo>
                <a:lnTo>
                  <a:pt x="8655406" y="57150"/>
                </a:lnTo>
                <a:lnTo>
                  <a:pt x="8640839" y="72390"/>
                </a:lnTo>
                <a:lnTo>
                  <a:pt x="8633638" y="80010"/>
                </a:lnTo>
                <a:lnTo>
                  <a:pt x="8630221" y="83820"/>
                </a:lnTo>
                <a:lnTo>
                  <a:pt x="8627529" y="83820"/>
                </a:lnTo>
                <a:lnTo>
                  <a:pt x="8623109" y="81280"/>
                </a:lnTo>
                <a:lnTo>
                  <a:pt x="8605622" y="76200"/>
                </a:lnTo>
                <a:lnTo>
                  <a:pt x="8591131" y="80010"/>
                </a:lnTo>
                <a:lnTo>
                  <a:pt x="8581263" y="91440"/>
                </a:lnTo>
                <a:lnTo>
                  <a:pt x="8577605" y="109220"/>
                </a:lnTo>
                <a:lnTo>
                  <a:pt x="8577478" y="618490"/>
                </a:lnTo>
                <a:lnTo>
                  <a:pt x="8578647" y="629920"/>
                </a:lnTo>
                <a:lnTo>
                  <a:pt x="8582266" y="638810"/>
                </a:lnTo>
                <a:lnTo>
                  <a:pt x="8588477" y="646430"/>
                </a:lnTo>
                <a:lnTo>
                  <a:pt x="8597379" y="652780"/>
                </a:lnTo>
                <a:lnTo>
                  <a:pt x="8617801" y="662940"/>
                </a:lnTo>
                <a:lnTo>
                  <a:pt x="8851189" y="795020"/>
                </a:lnTo>
                <a:lnTo>
                  <a:pt x="8864752" y="801370"/>
                </a:lnTo>
                <a:lnTo>
                  <a:pt x="8878024" y="808990"/>
                </a:lnTo>
                <a:lnTo>
                  <a:pt x="8890635" y="817880"/>
                </a:lnTo>
                <a:lnTo>
                  <a:pt x="8904008" y="824230"/>
                </a:lnTo>
                <a:lnTo>
                  <a:pt x="8918308" y="829310"/>
                </a:lnTo>
                <a:lnTo>
                  <a:pt x="8932507" y="833120"/>
                </a:lnTo>
                <a:lnTo>
                  <a:pt x="8945575" y="840740"/>
                </a:lnTo>
                <a:lnTo>
                  <a:pt x="8949068" y="843280"/>
                </a:lnTo>
                <a:lnTo>
                  <a:pt x="9041117" y="843280"/>
                </a:lnTo>
                <a:lnTo>
                  <a:pt x="9048712" y="838200"/>
                </a:lnTo>
                <a:lnTo>
                  <a:pt x="9058491" y="834390"/>
                </a:lnTo>
                <a:lnTo>
                  <a:pt x="9060751" y="830580"/>
                </a:lnTo>
                <a:lnTo>
                  <a:pt x="9062415" y="831850"/>
                </a:lnTo>
                <a:lnTo>
                  <a:pt x="9070480" y="831850"/>
                </a:lnTo>
                <a:lnTo>
                  <a:pt x="9077858" y="830580"/>
                </a:lnTo>
                <a:lnTo>
                  <a:pt x="9084793" y="826770"/>
                </a:lnTo>
                <a:lnTo>
                  <a:pt x="9098318" y="819150"/>
                </a:lnTo>
                <a:lnTo>
                  <a:pt x="9116377" y="808990"/>
                </a:lnTo>
                <a:lnTo>
                  <a:pt x="9310599" y="699770"/>
                </a:lnTo>
                <a:lnTo>
                  <a:pt x="9398241" y="651510"/>
                </a:lnTo>
                <a:lnTo>
                  <a:pt x="9406026" y="645160"/>
                </a:lnTo>
                <a:lnTo>
                  <a:pt x="9411589" y="638810"/>
                </a:lnTo>
                <a:lnTo>
                  <a:pt x="9414904" y="631190"/>
                </a:lnTo>
                <a:lnTo>
                  <a:pt x="9415996" y="621030"/>
                </a:lnTo>
                <a:close/>
              </a:path>
            </a:pathLst>
          </a:custGeom>
          <a:solidFill>
            <a:srgbClr val="FFFFFF">
              <a:alpha val="50196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8320469" y="3390283"/>
            <a:ext cx="4151629" cy="4467860"/>
          </a:xfrm>
          <a:custGeom>
            <a:rect b="b" l="l" r="r" t="t"/>
            <a:pathLst>
              <a:path extrusionOk="0" h="4467859" w="4151629">
                <a:moveTo>
                  <a:pt x="432384" y="4250995"/>
                </a:moveTo>
                <a:lnTo>
                  <a:pt x="431698" y="4247019"/>
                </a:lnTo>
                <a:lnTo>
                  <a:pt x="431749" y="4176280"/>
                </a:lnTo>
                <a:lnTo>
                  <a:pt x="431634" y="4107942"/>
                </a:lnTo>
                <a:lnTo>
                  <a:pt x="430809" y="4094391"/>
                </a:lnTo>
                <a:lnTo>
                  <a:pt x="426504" y="4090314"/>
                </a:lnTo>
                <a:lnTo>
                  <a:pt x="412470" y="4090124"/>
                </a:lnTo>
                <a:lnTo>
                  <a:pt x="408482" y="4094035"/>
                </a:lnTo>
                <a:lnTo>
                  <a:pt x="406882" y="4102925"/>
                </a:lnTo>
                <a:lnTo>
                  <a:pt x="406996" y="4250448"/>
                </a:lnTo>
                <a:lnTo>
                  <a:pt x="408978" y="4259161"/>
                </a:lnTo>
                <a:lnTo>
                  <a:pt x="413385" y="4263618"/>
                </a:lnTo>
                <a:lnTo>
                  <a:pt x="423799" y="4261193"/>
                </a:lnTo>
                <a:lnTo>
                  <a:pt x="427824" y="4256837"/>
                </a:lnTo>
                <a:lnTo>
                  <a:pt x="432384" y="4250995"/>
                </a:lnTo>
                <a:close/>
              </a:path>
              <a:path extrusionOk="0" h="4467859" w="4151629">
                <a:moveTo>
                  <a:pt x="778510" y="3896334"/>
                </a:moveTo>
                <a:lnTo>
                  <a:pt x="778192" y="3851643"/>
                </a:lnTo>
                <a:lnTo>
                  <a:pt x="765771" y="3838283"/>
                </a:lnTo>
                <a:lnTo>
                  <a:pt x="758393" y="3840365"/>
                </a:lnTo>
                <a:lnTo>
                  <a:pt x="753440" y="3843032"/>
                </a:lnTo>
                <a:lnTo>
                  <a:pt x="753440" y="3907675"/>
                </a:lnTo>
                <a:lnTo>
                  <a:pt x="753059" y="3918915"/>
                </a:lnTo>
                <a:lnTo>
                  <a:pt x="752894" y="3921810"/>
                </a:lnTo>
                <a:lnTo>
                  <a:pt x="748601" y="3925290"/>
                </a:lnTo>
                <a:lnTo>
                  <a:pt x="554964" y="4036136"/>
                </a:lnTo>
                <a:lnTo>
                  <a:pt x="551967" y="4037546"/>
                </a:lnTo>
                <a:lnTo>
                  <a:pt x="547547" y="4039819"/>
                </a:lnTo>
                <a:lnTo>
                  <a:pt x="547547" y="4003916"/>
                </a:lnTo>
                <a:lnTo>
                  <a:pt x="547763" y="3990556"/>
                </a:lnTo>
                <a:lnTo>
                  <a:pt x="549948" y="3988003"/>
                </a:lnTo>
                <a:lnTo>
                  <a:pt x="750633" y="3873423"/>
                </a:lnTo>
                <a:lnTo>
                  <a:pt x="751319" y="3873449"/>
                </a:lnTo>
                <a:lnTo>
                  <a:pt x="753414" y="3873017"/>
                </a:lnTo>
                <a:lnTo>
                  <a:pt x="753440" y="3907675"/>
                </a:lnTo>
                <a:lnTo>
                  <a:pt x="753440" y="3843032"/>
                </a:lnTo>
                <a:lnTo>
                  <a:pt x="752195" y="3843693"/>
                </a:lnTo>
                <a:lnTo>
                  <a:pt x="700303" y="3873449"/>
                </a:lnTo>
                <a:lnTo>
                  <a:pt x="525665" y="3973157"/>
                </a:lnTo>
                <a:lnTo>
                  <a:pt x="522224" y="3978414"/>
                </a:lnTo>
                <a:lnTo>
                  <a:pt x="522605" y="3987012"/>
                </a:lnTo>
                <a:lnTo>
                  <a:pt x="522630" y="3988003"/>
                </a:lnTo>
                <a:lnTo>
                  <a:pt x="522744" y="4057535"/>
                </a:lnTo>
                <a:lnTo>
                  <a:pt x="524421" y="4066959"/>
                </a:lnTo>
                <a:lnTo>
                  <a:pt x="528942" y="4072369"/>
                </a:lnTo>
                <a:lnTo>
                  <a:pt x="535914" y="4073550"/>
                </a:lnTo>
                <a:lnTo>
                  <a:pt x="544944" y="4070248"/>
                </a:lnTo>
                <a:lnTo>
                  <a:pt x="598411" y="4039819"/>
                </a:lnTo>
                <a:lnTo>
                  <a:pt x="772350" y="3940086"/>
                </a:lnTo>
                <a:lnTo>
                  <a:pt x="778383" y="3909453"/>
                </a:lnTo>
                <a:lnTo>
                  <a:pt x="778510" y="3896334"/>
                </a:lnTo>
                <a:close/>
              </a:path>
              <a:path extrusionOk="0" h="4467859" w="4151629">
                <a:moveTo>
                  <a:pt x="838530" y="4245165"/>
                </a:moveTo>
                <a:lnTo>
                  <a:pt x="838403" y="4175315"/>
                </a:lnTo>
                <a:lnTo>
                  <a:pt x="834326" y="4170235"/>
                </a:lnTo>
                <a:lnTo>
                  <a:pt x="817575" y="4170235"/>
                </a:lnTo>
                <a:lnTo>
                  <a:pt x="813892" y="4175315"/>
                </a:lnTo>
                <a:lnTo>
                  <a:pt x="813828" y="4186745"/>
                </a:lnTo>
                <a:lnTo>
                  <a:pt x="813650" y="4200715"/>
                </a:lnTo>
                <a:lnTo>
                  <a:pt x="813574" y="4223575"/>
                </a:lnTo>
                <a:lnTo>
                  <a:pt x="814082" y="4235005"/>
                </a:lnTo>
                <a:lnTo>
                  <a:pt x="813689" y="4242625"/>
                </a:lnTo>
                <a:lnTo>
                  <a:pt x="756691" y="4283265"/>
                </a:lnTo>
                <a:lnTo>
                  <a:pt x="668756" y="4331525"/>
                </a:lnTo>
                <a:lnTo>
                  <a:pt x="489064" y="4433125"/>
                </a:lnTo>
                <a:lnTo>
                  <a:pt x="487286" y="4431855"/>
                </a:lnTo>
                <a:lnTo>
                  <a:pt x="487197" y="4411535"/>
                </a:lnTo>
                <a:lnTo>
                  <a:pt x="487184" y="4384865"/>
                </a:lnTo>
                <a:lnTo>
                  <a:pt x="487184" y="4355655"/>
                </a:lnTo>
                <a:lnTo>
                  <a:pt x="487184" y="4330255"/>
                </a:lnTo>
                <a:lnTo>
                  <a:pt x="487108" y="4024185"/>
                </a:lnTo>
                <a:lnTo>
                  <a:pt x="487070" y="3997515"/>
                </a:lnTo>
                <a:lnTo>
                  <a:pt x="487045" y="3969575"/>
                </a:lnTo>
                <a:lnTo>
                  <a:pt x="487006" y="3942905"/>
                </a:lnTo>
                <a:lnTo>
                  <a:pt x="486943" y="3911155"/>
                </a:lnTo>
                <a:lnTo>
                  <a:pt x="486943" y="3908615"/>
                </a:lnTo>
                <a:lnTo>
                  <a:pt x="489775" y="3903535"/>
                </a:lnTo>
                <a:lnTo>
                  <a:pt x="522693" y="3885755"/>
                </a:lnTo>
                <a:lnTo>
                  <a:pt x="541502" y="3875595"/>
                </a:lnTo>
                <a:lnTo>
                  <a:pt x="585393" y="3850195"/>
                </a:lnTo>
                <a:lnTo>
                  <a:pt x="629272" y="3826065"/>
                </a:lnTo>
                <a:lnTo>
                  <a:pt x="760869" y="3751135"/>
                </a:lnTo>
                <a:lnTo>
                  <a:pt x="782167" y="3739705"/>
                </a:lnTo>
                <a:lnTo>
                  <a:pt x="792822" y="3733355"/>
                </a:lnTo>
                <a:lnTo>
                  <a:pt x="803516" y="3728275"/>
                </a:lnTo>
                <a:lnTo>
                  <a:pt x="811250" y="3723195"/>
                </a:lnTo>
                <a:lnTo>
                  <a:pt x="813409" y="3724465"/>
                </a:lnTo>
                <a:lnTo>
                  <a:pt x="813739" y="3732085"/>
                </a:lnTo>
                <a:lnTo>
                  <a:pt x="813816" y="4109275"/>
                </a:lnTo>
                <a:lnTo>
                  <a:pt x="817930" y="4115625"/>
                </a:lnTo>
                <a:lnTo>
                  <a:pt x="834669" y="4115625"/>
                </a:lnTo>
                <a:lnTo>
                  <a:pt x="838504" y="4109275"/>
                </a:lnTo>
                <a:lnTo>
                  <a:pt x="838390" y="3728275"/>
                </a:lnTo>
                <a:lnTo>
                  <a:pt x="812698" y="3700335"/>
                </a:lnTo>
                <a:lnTo>
                  <a:pt x="801738" y="3701605"/>
                </a:lnTo>
                <a:lnTo>
                  <a:pt x="792099" y="3705415"/>
                </a:lnTo>
                <a:lnTo>
                  <a:pt x="784606" y="3704145"/>
                </a:lnTo>
                <a:lnTo>
                  <a:pt x="778383" y="3700335"/>
                </a:lnTo>
                <a:lnTo>
                  <a:pt x="772566" y="3693985"/>
                </a:lnTo>
                <a:lnTo>
                  <a:pt x="770343" y="3691445"/>
                </a:lnTo>
                <a:lnTo>
                  <a:pt x="766229" y="3687229"/>
                </a:lnTo>
                <a:lnTo>
                  <a:pt x="766229" y="3720655"/>
                </a:lnTo>
                <a:lnTo>
                  <a:pt x="741921" y="3733355"/>
                </a:lnTo>
                <a:lnTo>
                  <a:pt x="626846" y="3798125"/>
                </a:lnTo>
                <a:lnTo>
                  <a:pt x="534162" y="3851465"/>
                </a:lnTo>
                <a:lnTo>
                  <a:pt x="487934" y="3876865"/>
                </a:lnTo>
                <a:lnTo>
                  <a:pt x="476529" y="3881945"/>
                </a:lnTo>
                <a:lnTo>
                  <a:pt x="464883" y="3885755"/>
                </a:lnTo>
                <a:lnTo>
                  <a:pt x="462559" y="3885755"/>
                </a:lnTo>
                <a:lnTo>
                  <a:pt x="462559" y="3930205"/>
                </a:lnTo>
                <a:lnTo>
                  <a:pt x="462521" y="3933380"/>
                </a:lnTo>
                <a:lnTo>
                  <a:pt x="462521" y="4428045"/>
                </a:lnTo>
                <a:lnTo>
                  <a:pt x="462407" y="4431855"/>
                </a:lnTo>
                <a:lnTo>
                  <a:pt x="462089" y="4436935"/>
                </a:lnTo>
                <a:lnTo>
                  <a:pt x="461848" y="4439475"/>
                </a:lnTo>
                <a:lnTo>
                  <a:pt x="457733" y="4443285"/>
                </a:lnTo>
                <a:lnTo>
                  <a:pt x="380720" y="4443285"/>
                </a:lnTo>
                <a:lnTo>
                  <a:pt x="376770" y="4438205"/>
                </a:lnTo>
                <a:lnTo>
                  <a:pt x="376224" y="4433125"/>
                </a:lnTo>
                <a:lnTo>
                  <a:pt x="375666" y="4428045"/>
                </a:lnTo>
                <a:lnTo>
                  <a:pt x="376186" y="4420425"/>
                </a:lnTo>
                <a:lnTo>
                  <a:pt x="376186" y="4411535"/>
                </a:lnTo>
                <a:lnTo>
                  <a:pt x="462407" y="4411535"/>
                </a:lnTo>
                <a:lnTo>
                  <a:pt x="462521" y="4428045"/>
                </a:lnTo>
                <a:lnTo>
                  <a:pt x="462521" y="3933380"/>
                </a:lnTo>
                <a:lnTo>
                  <a:pt x="462407" y="3942905"/>
                </a:lnTo>
                <a:lnTo>
                  <a:pt x="461975" y="3942905"/>
                </a:lnTo>
                <a:lnTo>
                  <a:pt x="461975" y="4355655"/>
                </a:lnTo>
                <a:lnTo>
                  <a:pt x="461975" y="4384865"/>
                </a:lnTo>
                <a:lnTo>
                  <a:pt x="376809" y="4384865"/>
                </a:lnTo>
                <a:lnTo>
                  <a:pt x="376809" y="4355655"/>
                </a:lnTo>
                <a:lnTo>
                  <a:pt x="461975" y="4355655"/>
                </a:lnTo>
                <a:lnTo>
                  <a:pt x="461975" y="3942905"/>
                </a:lnTo>
                <a:lnTo>
                  <a:pt x="461797" y="3942905"/>
                </a:lnTo>
                <a:lnTo>
                  <a:pt x="461797" y="3969575"/>
                </a:lnTo>
                <a:lnTo>
                  <a:pt x="461797" y="3997515"/>
                </a:lnTo>
                <a:lnTo>
                  <a:pt x="461721" y="4024185"/>
                </a:lnTo>
                <a:lnTo>
                  <a:pt x="461721" y="4330255"/>
                </a:lnTo>
                <a:lnTo>
                  <a:pt x="376910" y="4330255"/>
                </a:lnTo>
                <a:lnTo>
                  <a:pt x="376910" y="4024185"/>
                </a:lnTo>
                <a:lnTo>
                  <a:pt x="461721" y="4024185"/>
                </a:lnTo>
                <a:lnTo>
                  <a:pt x="461721" y="3997515"/>
                </a:lnTo>
                <a:lnTo>
                  <a:pt x="376936" y="3997515"/>
                </a:lnTo>
                <a:lnTo>
                  <a:pt x="376936" y="3969575"/>
                </a:lnTo>
                <a:lnTo>
                  <a:pt x="461797" y="3969575"/>
                </a:lnTo>
                <a:lnTo>
                  <a:pt x="461797" y="3942905"/>
                </a:lnTo>
                <a:lnTo>
                  <a:pt x="376224" y="3942905"/>
                </a:lnTo>
                <a:lnTo>
                  <a:pt x="376161" y="3922585"/>
                </a:lnTo>
                <a:lnTo>
                  <a:pt x="376529" y="3916235"/>
                </a:lnTo>
                <a:lnTo>
                  <a:pt x="376720" y="3914965"/>
                </a:lnTo>
                <a:lnTo>
                  <a:pt x="380669" y="3911155"/>
                </a:lnTo>
                <a:lnTo>
                  <a:pt x="457720" y="3911155"/>
                </a:lnTo>
                <a:lnTo>
                  <a:pt x="461848" y="3914965"/>
                </a:lnTo>
                <a:lnTo>
                  <a:pt x="462089" y="3917505"/>
                </a:lnTo>
                <a:lnTo>
                  <a:pt x="462483" y="3923855"/>
                </a:lnTo>
                <a:lnTo>
                  <a:pt x="462559" y="3930205"/>
                </a:lnTo>
                <a:lnTo>
                  <a:pt x="462559" y="3885755"/>
                </a:lnTo>
                <a:lnTo>
                  <a:pt x="452704" y="3885755"/>
                </a:lnTo>
                <a:lnTo>
                  <a:pt x="439712" y="3884485"/>
                </a:lnTo>
                <a:lnTo>
                  <a:pt x="466255" y="3848925"/>
                </a:lnTo>
                <a:lnTo>
                  <a:pt x="496455" y="3818445"/>
                </a:lnTo>
                <a:lnTo>
                  <a:pt x="502627" y="3813365"/>
                </a:lnTo>
                <a:lnTo>
                  <a:pt x="538099" y="3784155"/>
                </a:lnTo>
                <a:lnTo>
                  <a:pt x="582409" y="3754945"/>
                </a:lnTo>
                <a:lnTo>
                  <a:pt x="629170" y="3729545"/>
                </a:lnTo>
                <a:lnTo>
                  <a:pt x="678167" y="3709225"/>
                </a:lnTo>
                <a:lnTo>
                  <a:pt x="729170" y="3692715"/>
                </a:lnTo>
                <a:lnTo>
                  <a:pt x="731532" y="3691445"/>
                </a:lnTo>
                <a:lnTo>
                  <a:pt x="735266" y="3691445"/>
                </a:lnTo>
                <a:lnTo>
                  <a:pt x="736841" y="3692715"/>
                </a:lnTo>
                <a:lnTo>
                  <a:pt x="744016" y="3699065"/>
                </a:lnTo>
                <a:lnTo>
                  <a:pt x="751192" y="3706685"/>
                </a:lnTo>
                <a:lnTo>
                  <a:pt x="766229" y="3720655"/>
                </a:lnTo>
                <a:lnTo>
                  <a:pt x="766229" y="3687229"/>
                </a:lnTo>
                <a:lnTo>
                  <a:pt x="764159" y="3685095"/>
                </a:lnTo>
                <a:lnTo>
                  <a:pt x="750684" y="3671125"/>
                </a:lnTo>
                <a:lnTo>
                  <a:pt x="742035" y="3664775"/>
                </a:lnTo>
                <a:lnTo>
                  <a:pt x="730961" y="3666045"/>
                </a:lnTo>
                <a:lnTo>
                  <a:pt x="708952" y="3672395"/>
                </a:lnTo>
                <a:lnTo>
                  <a:pt x="699325" y="3674935"/>
                </a:lnTo>
                <a:lnTo>
                  <a:pt x="679729" y="3682555"/>
                </a:lnTo>
                <a:lnTo>
                  <a:pt x="669417" y="3685095"/>
                </a:lnTo>
                <a:lnTo>
                  <a:pt x="669493" y="3655885"/>
                </a:lnTo>
                <a:lnTo>
                  <a:pt x="669353" y="3639375"/>
                </a:lnTo>
                <a:lnTo>
                  <a:pt x="667816" y="3631755"/>
                </a:lnTo>
                <a:lnTo>
                  <a:pt x="663816" y="3626675"/>
                </a:lnTo>
                <a:lnTo>
                  <a:pt x="657720" y="3624135"/>
                </a:lnTo>
                <a:lnTo>
                  <a:pt x="649897" y="3626675"/>
                </a:lnTo>
                <a:lnTo>
                  <a:pt x="644702" y="3628809"/>
                </a:lnTo>
                <a:lnTo>
                  <a:pt x="644702" y="3682555"/>
                </a:lnTo>
                <a:lnTo>
                  <a:pt x="644575" y="3686365"/>
                </a:lnTo>
                <a:lnTo>
                  <a:pt x="644296" y="3692715"/>
                </a:lnTo>
                <a:lnTo>
                  <a:pt x="644131" y="3695255"/>
                </a:lnTo>
                <a:lnTo>
                  <a:pt x="639813" y="3697795"/>
                </a:lnTo>
                <a:lnTo>
                  <a:pt x="636765" y="3699065"/>
                </a:lnTo>
                <a:lnTo>
                  <a:pt x="607822" y="3713035"/>
                </a:lnTo>
                <a:lnTo>
                  <a:pt x="552284" y="3744785"/>
                </a:lnTo>
                <a:lnTo>
                  <a:pt x="512025" y="3773995"/>
                </a:lnTo>
                <a:lnTo>
                  <a:pt x="484835" y="3796855"/>
                </a:lnTo>
                <a:lnTo>
                  <a:pt x="468960" y="3809555"/>
                </a:lnTo>
                <a:lnTo>
                  <a:pt x="466775" y="3812095"/>
                </a:lnTo>
                <a:lnTo>
                  <a:pt x="463892" y="3813365"/>
                </a:lnTo>
                <a:lnTo>
                  <a:pt x="490918" y="3771455"/>
                </a:lnTo>
                <a:lnTo>
                  <a:pt x="522732" y="3735895"/>
                </a:lnTo>
                <a:lnTo>
                  <a:pt x="559117" y="3704145"/>
                </a:lnTo>
                <a:lnTo>
                  <a:pt x="599833" y="3677475"/>
                </a:lnTo>
                <a:lnTo>
                  <a:pt x="644652" y="3655885"/>
                </a:lnTo>
                <a:lnTo>
                  <a:pt x="644702" y="3682555"/>
                </a:lnTo>
                <a:lnTo>
                  <a:pt x="644702" y="3628809"/>
                </a:lnTo>
                <a:lnTo>
                  <a:pt x="567474" y="3668585"/>
                </a:lnTo>
                <a:lnTo>
                  <a:pt x="526300" y="3699065"/>
                </a:lnTo>
                <a:lnTo>
                  <a:pt x="489775" y="3733355"/>
                </a:lnTo>
                <a:lnTo>
                  <a:pt x="458254" y="3773995"/>
                </a:lnTo>
                <a:lnTo>
                  <a:pt x="432054" y="3819715"/>
                </a:lnTo>
                <a:lnTo>
                  <a:pt x="425831" y="3833685"/>
                </a:lnTo>
                <a:lnTo>
                  <a:pt x="422668" y="3840035"/>
                </a:lnTo>
                <a:lnTo>
                  <a:pt x="419265" y="3848925"/>
                </a:lnTo>
                <a:lnTo>
                  <a:pt x="417334" y="3843845"/>
                </a:lnTo>
                <a:lnTo>
                  <a:pt x="416318" y="3841305"/>
                </a:lnTo>
                <a:lnTo>
                  <a:pt x="414909" y="3838765"/>
                </a:lnTo>
                <a:lnTo>
                  <a:pt x="406285" y="3822255"/>
                </a:lnTo>
                <a:lnTo>
                  <a:pt x="402031" y="3813365"/>
                </a:lnTo>
                <a:lnTo>
                  <a:pt x="398881" y="3806787"/>
                </a:lnTo>
                <a:lnTo>
                  <a:pt x="398881" y="3885755"/>
                </a:lnTo>
                <a:lnTo>
                  <a:pt x="375881" y="3885755"/>
                </a:lnTo>
                <a:lnTo>
                  <a:pt x="365036" y="3883215"/>
                </a:lnTo>
                <a:lnTo>
                  <a:pt x="354342" y="3879405"/>
                </a:lnTo>
                <a:lnTo>
                  <a:pt x="351790" y="3877983"/>
                </a:lnTo>
                <a:lnTo>
                  <a:pt x="351790" y="3922585"/>
                </a:lnTo>
                <a:lnTo>
                  <a:pt x="351497" y="3967035"/>
                </a:lnTo>
                <a:lnTo>
                  <a:pt x="351409" y="4433125"/>
                </a:lnTo>
                <a:lnTo>
                  <a:pt x="349961" y="4433125"/>
                </a:lnTo>
                <a:lnTo>
                  <a:pt x="39662" y="4259135"/>
                </a:lnTo>
                <a:lnTo>
                  <a:pt x="34594" y="4256595"/>
                </a:lnTo>
                <a:lnTo>
                  <a:pt x="27876" y="4251515"/>
                </a:lnTo>
                <a:lnTo>
                  <a:pt x="26352" y="4247705"/>
                </a:lnTo>
                <a:lnTo>
                  <a:pt x="24193" y="4241355"/>
                </a:lnTo>
                <a:lnTo>
                  <a:pt x="24815" y="4238815"/>
                </a:lnTo>
                <a:lnTo>
                  <a:pt x="24879" y="3732085"/>
                </a:lnTo>
                <a:lnTo>
                  <a:pt x="25133" y="3724465"/>
                </a:lnTo>
                <a:lnTo>
                  <a:pt x="27114" y="3723195"/>
                </a:lnTo>
                <a:lnTo>
                  <a:pt x="65278" y="3744785"/>
                </a:lnTo>
                <a:lnTo>
                  <a:pt x="154419" y="3794315"/>
                </a:lnTo>
                <a:lnTo>
                  <a:pt x="244932" y="3846385"/>
                </a:lnTo>
                <a:lnTo>
                  <a:pt x="290245" y="3871785"/>
                </a:lnTo>
                <a:lnTo>
                  <a:pt x="335686" y="3895915"/>
                </a:lnTo>
                <a:lnTo>
                  <a:pt x="343090" y="3900995"/>
                </a:lnTo>
                <a:lnTo>
                  <a:pt x="348119" y="3907345"/>
                </a:lnTo>
                <a:lnTo>
                  <a:pt x="350951" y="3913695"/>
                </a:lnTo>
                <a:lnTo>
                  <a:pt x="351790" y="3922585"/>
                </a:lnTo>
                <a:lnTo>
                  <a:pt x="351790" y="3877983"/>
                </a:lnTo>
                <a:lnTo>
                  <a:pt x="308965" y="3854005"/>
                </a:lnTo>
                <a:lnTo>
                  <a:pt x="263525" y="3827335"/>
                </a:lnTo>
                <a:lnTo>
                  <a:pt x="79451" y="3724465"/>
                </a:lnTo>
                <a:lnTo>
                  <a:pt x="77419" y="3723195"/>
                </a:lnTo>
                <a:lnTo>
                  <a:pt x="74269" y="3720655"/>
                </a:lnTo>
                <a:lnTo>
                  <a:pt x="86702" y="3707955"/>
                </a:lnTo>
                <a:lnTo>
                  <a:pt x="87947" y="3706685"/>
                </a:lnTo>
                <a:lnTo>
                  <a:pt x="94742" y="3700335"/>
                </a:lnTo>
                <a:lnTo>
                  <a:pt x="101650" y="3692715"/>
                </a:lnTo>
                <a:lnTo>
                  <a:pt x="103441" y="3691445"/>
                </a:lnTo>
                <a:lnTo>
                  <a:pt x="108089" y="3692715"/>
                </a:lnTo>
                <a:lnTo>
                  <a:pt x="111023" y="3692715"/>
                </a:lnTo>
                <a:lnTo>
                  <a:pt x="140449" y="3701605"/>
                </a:lnTo>
                <a:lnTo>
                  <a:pt x="197573" y="3724465"/>
                </a:lnTo>
                <a:lnTo>
                  <a:pt x="225374" y="3738435"/>
                </a:lnTo>
                <a:lnTo>
                  <a:pt x="227050" y="3738435"/>
                </a:lnTo>
                <a:lnTo>
                  <a:pt x="228714" y="3739705"/>
                </a:lnTo>
                <a:lnTo>
                  <a:pt x="238988" y="3744785"/>
                </a:lnTo>
                <a:lnTo>
                  <a:pt x="245021" y="3743515"/>
                </a:lnTo>
                <a:lnTo>
                  <a:pt x="252425" y="3729545"/>
                </a:lnTo>
                <a:lnTo>
                  <a:pt x="250202" y="3723195"/>
                </a:lnTo>
                <a:lnTo>
                  <a:pt x="241363" y="3718115"/>
                </a:lnTo>
                <a:lnTo>
                  <a:pt x="231508" y="3713035"/>
                </a:lnTo>
                <a:lnTo>
                  <a:pt x="221589" y="3709225"/>
                </a:lnTo>
                <a:lnTo>
                  <a:pt x="201549" y="3699065"/>
                </a:lnTo>
                <a:lnTo>
                  <a:pt x="195872" y="3696525"/>
                </a:lnTo>
                <a:lnTo>
                  <a:pt x="193344" y="3693985"/>
                </a:lnTo>
                <a:lnTo>
                  <a:pt x="193497" y="3691445"/>
                </a:lnTo>
                <a:lnTo>
                  <a:pt x="193636" y="3688905"/>
                </a:lnTo>
                <a:lnTo>
                  <a:pt x="193802" y="3685095"/>
                </a:lnTo>
                <a:lnTo>
                  <a:pt x="193903" y="3682555"/>
                </a:lnTo>
                <a:lnTo>
                  <a:pt x="193878" y="3655885"/>
                </a:lnTo>
                <a:lnTo>
                  <a:pt x="238645" y="3677475"/>
                </a:lnTo>
                <a:lnTo>
                  <a:pt x="279336" y="3704145"/>
                </a:lnTo>
                <a:lnTo>
                  <a:pt x="315709" y="3735895"/>
                </a:lnTo>
                <a:lnTo>
                  <a:pt x="347522" y="3771455"/>
                </a:lnTo>
                <a:lnTo>
                  <a:pt x="374535" y="3813365"/>
                </a:lnTo>
                <a:lnTo>
                  <a:pt x="335241" y="3780345"/>
                </a:lnTo>
                <a:lnTo>
                  <a:pt x="319493" y="3766375"/>
                </a:lnTo>
                <a:lnTo>
                  <a:pt x="316712" y="3765105"/>
                </a:lnTo>
                <a:lnTo>
                  <a:pt x="306527" y="3758755"/>
                </a:lnTo>
                <a:lnTo>
                  <a:pt x="299808" y="3758755"/>
                </a:lnTo>
                <a:lnTo>
                  <a:pt x="291490" y="3772725"/>
                </a:lnTo>
                <a:lnTo>
                  <a:pt x="292874" y="3777805"/>
                </a:lnTo>
                <a:lnTo>
                  <a:pt x="299059" y="3782885"/>
                </a:lnTo>
                <a:lnTo>
                  <a:pt x="318566" y="3798125"/>
                </a:lnTo>
                <a:lnTo>
                  <a:pt x="324954" y="3803205"/>
                </a:lnTo>
                <a:lnTo>
                  <a:pt x="361607" y="3837495"/>
                </a:lnTo>
                <a:lnTo>
                  <a:pt x="393331" y="3876865"/>
                </a:lnTo>
                <a:lnTo>
                  <a:pt x="396570" y="3881945"/>
                </a:lnTo>
                <a:lnTo>
                  <a:pt x="398881" y="3885755"/>
                </a:lnTo>
                <a:lnTo>
                  <a:pt x="398881" y="3806787"/>
                </a:lnTo>
                <a:lnTo>
                  <a:pt x="397776" y="3804475"/>
                </a:lnTo>
                <a:lnTo>
                  <a:pt x="348881" y="3734625"/>
                </a:lnTo>
                <a:lnTo>
                  <a:pt x="314744" y="3700335"/>
                </a:lnTo>
                <a:lnTo>
                  <a:pt x="276885" y="3672395"/>
                </a:lnTo>
                <a:lnTo>
                  <a:pt x="235635" y="3648265"/>
                </a:lnTo>
                <a:lnTo>
                  <a:pt x="191325" y="3627945"/>
                </a:lnTo>
                <a:lnTo>
                  <a:pt x="181521" y="3625405"/>
                </a:lnTo>
                <a:lnTo>
                  <a:pt x="174637" y="3626675"/>
                </a:lnTo>
                <a:lnTo>
                  <a:pt x="170573" y="3631755"/>
                </a:lnTo>
                <a:lnTo>
                  <a:pt x="169189" y="3641915"/>
                </a:lnTo>
                <a:lnTo>
                  <a:pt x="169189" y="3685095"/>
                </a:lnTo>
                <a:lnTo>
                  <a:pt x="158191" y="3682555"/>
                </a:lnTo>
                <a:lnTo>
                  <a:pt x="110718" y="3667315"/>
                </a:lnTo>
                <a:lnTo>
                  <a:pt x="103162" y="3664775"/>
                </a:lnTo>
                <a:lnTo>
                  <a:pt x="96532" y="3666045"/>
                </a:lnTo>
                <a:lnTo>
                  <a:pt x="90576" y="3668585"/>
                </a:lnTo>
                <a:lnTo>
                  <a:pt x="84988" y="3673665"/>
                </a:lnTo>
                <a:lnTo>
                  <a:pt x="77939" y="3681285"/>
                </a:lnTo>
                <a:lnTo>
                  <a:pt x="63373" y="3696525"/>
                </a:lnTo>
                <a:lnTo>
                  <a:pt x="56172" y="3704145"/>
                </a:lnTo>
                <a:lnTo>
                  <a:pt x="52743" y="3707955"/>
                </a:lnTo>
                <a:lnTo>
                  <a:pt x="50050" y="3707955"/>
                </a:lnTo>
                <a:lnTo>
                  <a:pt x="45643" y="3705415"/>
                </a:lnTo>
                <a:lnTo>
                  <a:pt x="28155" y="3700335"/>
                </a:lnTo>
                <a:lnTo>
                  <a:pt x="13665" y="3704145"/>
                </a:lnTo>
                <a:lnTo>
                  <a:pt x="3797" y="3715575"/>
                </a:lnTo>
                <a:lnTo>
                  <a:pt x="139" y="3733355"/>
                </a:lnTo>
                <a:lnTo>
                  <a:pt x="114" y="3866705"/>
                </a:lnTo>
                <a:lnTo>
                  <a:pt x="0" y="4242625"/>
                </a:lnTo>
                <a:lnTo>
                  <a:pt x="19913" y="4276915"/>
                </a:lnTo>
                <a:lnTo>
                  <a:pt x="40335" y="4287075"/>
                </a:lnTo>
                <a:lnTo>
                  <a:pt x="273723" y="4419155"/>
                </a:lnTo>
                <a:lnTo>
                  <a:pt x="287286" y="4425505"/>
                </a:lnTo>
                <a:lnTo>
                  <a:pt x="300558" y="4433125"/>
                </a:lnTo>
                <a:lnTo>
                  <a:pt x="313169" y="4442015"/>
                </a:lnTo>
                <a:lnTo>
                  <a:pt x="326542" y="4448365"/>
                </a:lnTo>
                <a:lnTo>
                  <a:pt x="340829" y="4453445"/>
                </a:lnTo>
                <a:lnTo>
                  <a:pt x="355028" y="4457255"/>
                </a:lnTo>
                <a:lnTo>
                  <a:pt x="368096" y="4464875"/>
                </a:lnTo>
                <a:lnTo>
                  <a:pt x="371602" y="4467415"/>
                </a:lnTo>
                <a:lnTo>
                  <a:pt x="463638" y="4467415"/>
                </a:lnTo>
                <a:lnTo>
                  <a:pt x="471233" y="4462335"/>
                </a:lnTo>
                <a:lnTo>
                  <a:pt x="481025" y="4458525"/>
                </a:lnTo>
                <a:lnTo>
                  <a:pt x="483273" y="4454715"/>
                </a:lnTo>
                <a:lnTo>
                  <a:pt x="484949" y="4455985"/>
                </a:lnTo>
                <a:lnTo>
                  <a:pt x="493014" y="4455985"/>
                </a:lnTo>
                <a:lnTo>
                  <a:pt x="500392" y="4454715"/>
                </a:lnTo>
                <a:lnTo>
                  <a:pt x="507326" y="4450905"/>
                </a:lnTo>
                <a:lnTo>
                  <a:pt x="520877" y="4443285"/>
                </a:lnTo>
                <a:lnTo>
                  <a:pt x="538937" y="4433125"/>
                </a:lnTo>
                <a:lnTo>
                  <a:pt x="733132" y="4323905"/>
                </a:lnTo>
                <a:lnTo>
                  <a:pt x="820775" y="4275645"/>
                </a:lnTo>
                <a:lnTo>
                  <a:pt x="828560" y="4269295"/>
                </a:lnTo>
                <a:lnTo>
                  <a:pt x="834110" y="4262945"/>
                </a:lnTo>
                <a:lnTo>
                  <a:pt x="837438" y="4255325"/>
                </a:lnTo>
                <a:lnTo>
                  <a:pt x="838530" y="4245165"/>
                </a:lnTo>
                <a:close/>
              </a:path>
              <a:path extrusionOk="0" h="4467859" w="4151629">
                <a:moveTo>
                  <a:pt x="3744988" y="626859"/>
                </a:moveTo>
                <a:lnTo>
                  <a:pt x="3744315" y="622884"/>
                </a:lnTo>
                <a:lnTo>
                  <a:pt x="3744353" y="552145"/>
                </a:lnTo>
                <a:lnTo>
                  <a:pt x="3744252" y="483806"/>
                </a:lnTo>
                <a:lnTo>
                  <a:pt x="3743426" y="470255"/>
                </a:lnTo>
                <a:lnTo>
                  <a:pt x="3739121" y="466178"/>
                </a:lnTo>
                <a:lnTo>
                  <a:pt x="3725075" y="465988"/>
                </a:lnTo>
                <a:lnTo>
                  <a:pt x="3721087" y="469900"/>
                </a:lnTo>
                <a:lnTo>
                  <a:pt x="3719499" y="478790"/>
                </a:lnTo>
                <a:lnTo>
                  <a:pt x="3719601" y="626313"/>
                </a:lnTo>
                <a:lnTo>
                  <a:pt x="3721595" y="635025"/>
                </a:lnTo>
                <a:lnTo>
                  <a:pt x="3725989" y="639483"/>
                </a:lnTo>
                <a:lnTo>
                  <a:pt x="3736403" y="637044"/>
                </a:lnTo>
                <a:lnTo>
                  <a:pt x="3740429" y="632688"/>
                </a:lnTo>
                <a:lnTo>
                  <a:pt x="3744988" y="626859"/>
                </a:lnTo>
                <a:close/>
              </a:path>
              <a:path extrusionOk="0" h="4467859" w="4151629">
                <a:moveTo>
                  <a:pt x="4091114" y="272199"/>
                </a:moveTo>
                <a:lnTo>
                  <a:pt x="4090797" y="227495"/>
                </a:lnTo>
                <a:lnTo>
                  <a:pt x="4078376" y="214147"/>
                </a:lnTo>
                <a:lnTo>
                  <a:pt x="4071010" y="216230"/>
                </a:lnTo>
                <a:lnTo>
                  <a:pt x="4066044" y="218897"/>
                </a:lnTo>
                <a:lnTo>
                  <a:pt x="4066044" y="283540"/>
                </a:lnTo>
                <a:lnTo>
                  <a:pt x="4065663" y="294779"/>
                </a:lnTo>
                <a:lnTo>
                  <a:pt x="4065524" y="297675"/>
                </a:lnTo>
                <a:lnTo>
                  <a:pt x="4061206" y="301155"/>
                </a:lnTo>
                <a:lnTo>
                  <a:pt x="3867581" y="412000"/>
                </a:lnTo>
                <a:lnTo>
                  <a:pt x="3864572" y="413410"/>
                </a:lnTo>
                <a:lnTo>
                  <a:pt x="3860152" y="415683"/>
                </a:lnTo>
                <a:lnTo>
                  <a:pt x="3860165" y="379780"/>
                </a:lnTo>
                <a:lnTo>
                  <a:pt x="3860368" y="366420"/>
                </a:lnTo>
                <a:lnTo>
                  <a:pt x="3862552" y="363867"/>
                </a:lnTo>
                <a:lnTo>
                  <a:pt x="4063250" y="249288"/>
                </a:lnTo>
                <a:lnTo>
                  <a:pt x="4063923" y="249313"/>
                </a:lnTo>
                <a:lnTo>
                  <a:pt x="4066019" y="248881"/>
                </a:lnTo>
                <a:lnTo>
                  <a:pt x="4066044" y="283540"/>
                </a:lnTo>
                <a:lnTo>
                  <a:pt x="4066044" y="218897"/>
                </a:lnTo>
                <a:lnTo>
                  <a:pt x="4064800" y="219557"/>
                </a:lnTo>
                <a:lnTo>
                  <a:pt x="4012908" y="249313"/>
                </a:lnTo>
                <a:lnTo>
                  <a:pt x="3838283" y="349021"/>
                </a:lnTo>
                <a:lnTo>
                  <a:pt x="3834828" y="354266"/>
                </a:lnTo>
                <a:lnTo>
                  <a:pt x="3835209" y="362877"/>
                </a:lnTo>
                <a:lnTo>
                  <a:pt x="3835235" y="363867"/>
                </a:lnTo>
                <a:lnTo>
                  <a:pt x="3835362" y="433400"/>
                </a:lnTo>
                <a:lnTo>
                  <a:pt x="3837025" y="442823"/>
                </a:lnTo>
                <a:lnTo>
                  <a:pt x="3841546" y="448233"/>
                </a:lnTo>
                <a:lnTo>
                  <a:pt x="3848531" y="449414"/>
                </a:lnTo>
                <a:lnTo>
                  <a:pt x="3857561" y="446112"/>
                </a:lnTo>
                <a:lnTo>
                  <a:pt x="3911015" y="415683"/>
                </a:lnTo>
                <a:lnTo>
                  <a:pt x="4084967" y="315950"/>
                </a:lnTo>
                <a:lnTo>
                  <a:pt x="4091000" y="285318"/>
                </a:lnTo>
                <a:lnTo>
                  <a:pt x="4091114" y="272199"/>
                </a:lnTo>
                <a:close/>
              </a:path>
              <a:path extrusionOk="0" h="4467859" w="4151629">
                <a:moveTo>
                  <a:pt x="4151122" y="621030"/>
                </a:moveTo>
                <a:lnTo>
                  <a:pt x="4151020" y="551180"/>
                </a:lnTo>
                <a:lnTo>
                  <a:pt x="4146931" y="546100"/>
                </a:lnTo>
                <a:lnTo>
                  <a:pt x="4130167" y="546100"/>
                </a:lnTo>
                <a:lnTo>
                  <a:pt x="4126496" y="551180"/>
                </a:lnTo>
                <a:lnTo>
                  <a:pt x="4126446" y="562610"/>
                </a:lnTo>
                <a:lnTo>
                  <a:pt x="4126255" y="576580"/>
                </a:lnTo>
                <a:lnTo>
                  <a:pt x="4126179" y="599440"/>
                </a:lnTo>
                <a:lnTo>
                  <a:pt x="4126700" y="610870"/>
                </a:lnTo>
                <a:lnTo>
                  <a:pt x="4126306" y="618490"/>
                </a:lnTo>
                <a:lnTo>
                  <a:pt x="4069296" y="659130"/>
                </a:lnTo>
                <a:lnTo>
                  <a:pt x="3981361" y="707390"/>
                </a:lnTo>
                <a:lnTo>
                  <a:pt x="3801656" y="808990"/>
                </a:lnTo>
                <a:lnTo>
                  <a:pt x="3799903" y="807720"/>
                </a:lnTo>
                <a:lnTo>
                  <a:pt x="3799789" y="787400"/>
                </a:lnTo>
                <a:lnTo>
                  <a:pt x="3799789" y="760730"/>
                </a:lnTo>
                <a:lnTo>
                  <a:pt x="3799789" y="731520"/>
                </a:lnTo>
                <a:lnTo>
                  <a:pt x="3799789" y="706120"/>
                </a:lnTo>
                <a:lnTo>
                  <a:pt x="3799713" y="400050"/>
                </a:lnTo>
                <a:lnTo>
                  <a:pt x="3799687" y="373380"/>
                </a:lnTo>
                <a:lnTo>
                  <a:pt x="3799662" y="345440"/>
                </a:lnTo>
                <a:lnTo>
                  <a:pt x="3799611" y="318770"/>
                </a:lnTo>
                <a:lnTo>
                  <a:pt x="3799560" y="287020"/>
                </a:lnTo>
                <a:lnTo>
                  <a:pt x="3799560" y="284480"/>
                </a:lnTo>
                <a:lnTo>
                  <a:pt x="3802380" y="279400"/>
                </a:lnTo>
                <a:lnTo>
                  <a:pt x="3835298" y="261620"/>
                </a:lnTo>
                <a:lnTo>
                  <a:pt x="3854107" y="251460"/>
                </a:lnTo>
                <a:lnTo>
                  <a:pt x="3898011" y="226060"/>
                </a:lnTo>
                <a:lnTo>
                  <a:pt x="3941889" y="201930"/>
                </a:lnTo>
                <a:lnTo>
                  <a:pt x="4073474" y="127000"/>
                </a:lnTo>
                <a:lnTo>
                  <a:pt x="4105440" y="109220"/>
                </a:lnTo>
                <a:lnTo>
                  <a:pt x="4116120" y="104140"/>
                </a:lnTo>
                <a:lnTo>
                  <a:pt x="4123842" y="99060"/>
                </a:lnTo>
                <a:lnTo>
                  <a:pt x="4126014" y="100330"/>
                </a:lnTo>
                <a:lnTo>
                  <a:pt x="4126331" y="107950"/>
                </a:lnTo>
                <a:lnTo>
                  <a:pt x="4126420" y="485140"/>
                </a:lnTo>
                <a:lnTo>
                  <a:pt x="4130535" y="491490"/>
                </a:lnTo>
                <a:lnTo>
                  <a:pt x="4147286" y="491490"/>
                </a:lnTo>
                <a:lnTo>
                  <a:pt x="4151109" y="485140"/>
                </a:lnTo>
                <a:lnTo>
                  <a:pt x="4150995" y="104140"/>
                </a:lnTo>
                <a:lnTo>
                  <a:pt x="4125303" y="76200"/>
                </a:lnTo>
                <a:lnTo>
                  <a:pt x="4114355" y="77470"/>
                </a:lnTo>
                <a:lnTo>
                  <a:pt x="4104716" y="81280"/>
                </a:lnTo>
                <a:lnTo>
                  <a:pt x="4097210" y="80010"/>
                </a:lnTo>
                <a:lnTo>
                  <a:pt x="4090987" y="76200"/>
                </a:lnTo>
                <a:lnTo>
                  <a:pt x="4085171" y="69850"/>
                </a:lnTo>
                <a:lnTo>
                  <a:pt x="4082948" y="67310"/>
                </a:lnTo>
                <a:lnTo>
                  <a:pt x="4078846" y="63093"/>
                </a:lnTo>
                <a:lnTo>
                  <a:pt x="4078846" y="96520"/>
                </a:lnTo>
                <a:lnTo>
                  <a:pt x="4043248" y="116840"/>
                </a:lnTo>
                <a:lnTo>
                  <a:pt x="4032212" y="121920"/>
                </a:lnTo>
                <a:lnTo>
                  <a:pt x="3939451" y="173990"/>
                </a:lnTo>
                <a:lnTo>
                  <a:pt x="3846779" y="227330"/>
                </a:lnTo>
                <a:lnTo>
                  <a:pt x="3800551" y="252730"/>
                </a:lnTo>
                <a:lnTo>
                  <a:pt x="3789146" y="257810"/>
                </a:lnTo>
                <a:lnTo>
                  <a:pt x="3777488" y="261620"/>
                </a:lnTo>
                <a:lnTo>
                  <a:pt x="3775176" y="261620"/>
                </a:lnTo>
                <a:lnTo>
                  <a:pt x="3775176" y="306070"/>
                </a:lnTo>
                <a:lnTo>
                  <a:pt x="3775125" y="310311"/>
                </a:lnTo>
                <a:lnTo>
                  <a:pt x="3775125" y="803910"/>
                </a:lnTo>
                <a:lnTo>
                  <a:pt x="3775024" y="807720"/>
                </a:lnTo>
                <a:lnTo>
                  <a:pt x="3774694" y="812800"/>
                </a:lnTo>
                <a:lnTo>
                  <a:pt x="3774440" y="815340"/>
                </a:lnTo>
                <a:lnTo>
                  <a:pt x="3770338" y="819150"/>
                </a:lnTo>
                <a:lnTo>
                  <a:pt x="3693312" y="819150"/>
                </a:lnTo>
                <a:lnTo>
                  <a:pt x="3689375" y="814070"/>
                </a:lnTo>
                <a:lnTo>
                  <a:pt x="3688829" y="808990"/>
                </a:lnTo>
                <a:lnTo>
                  <a:pt x="3688283" y="803910"/>
                </a:lnTo>
                <a:lnTo>
                  <a:pt x="3688804" y="796290"/>
                </a:lnTo>
                <a:lnTo>
                  <a:pt x="3688804" y="787400"/>
                </a:lnTo>
                <a:lnTo>
                  <a:pt x="3775024" y="787400"/>
                </a:lnTo>
                <a:lnTo>
                  <a:pt x="3775125" y="803910"/>
                </a:lnTo>
                <a:lnTo>
                  <a:pt x="3775125" y="310311"/>
                </a:lnTo>
                <a:lnTo>
                  <a:pt x="3775024" y="318770"/>
                </a:lnTo>
                <a:lnTo>
                  <a:pt x="3774579" y="318770"/>
                </a:lnTo>
                <a:lnTo>
                  <a:pt x="3774579" y="731520"/>
                </a:lnTo>
                <a:lnTo>
                  <a:pt x="3774579" y="760730"/>
                </a:lnTo>
                <a:lnTo>
                  <a:pt x="3689426" y="760730"/>
                </a:lnTo>
                <a:lnTo>
                  <a:pt x="3689426" y="731520"/>
                </a:lnTo>
                <a:lnTo>
                  <a:pt x="3774579" y="731520"/>
                </a:lnTo>
                <a:lnTo>
                  <a:pt x="3774579" y="318770"/>
                </a:lnTo>
                <a:lnTo>
                  <a:pt x="3774414" y="318770"/>
                </a:lnTo>
                <a:lnTo>
                  <a:pt x="3774414" y="345440"/>
                </a:lnTo>
                <a:lnTo>
                  <a:pt x="3774414" y="373380"/>
                </a:lnTo>
                <a:lnTo>
                  <a:pt x="3774325" y="400050"/>
                </a:lnTo>
                <a:lnTo>
                  <a:pt x="3774325" y="706120"/>
                </a:lnTo>
                <a:lnTo>
                  <a:pt x="3689515" y="706120"/>
                </a:lnTo>
                <a:lnTo>
                  <a:pt x="3689515" y="400050"/>
                </a:lnTo>
                <a:lnTo>
                  <a:pt x="3774325" y="400050"/>
                </a:lnTo>
                <a:lnTo>
                  <a:pt x="3774325" y="373380"/>
                </a:lnTo>
                <a:lnTo>
                  <a:pt x="3689553" y="373380"/>
                </a:lnTo>
                <a:lnTo>
                  <a:pt x="3689553" y="345440"/>
                </a:lnTo>
                <a:lnTo>
                  <a:pt x="3774414" y="345440"/>
                </a:lnTo>
                <a:lnTo>
                  <a:pt x="3774414" y="318770"/>
                </a:lnTo>
                <a:lnTo>
                  <a:pt x="3688829" y="318770"/>
                </a:lnTo>
                <a:lnTo>
                  <a:pt x="3688778" y="298450"/>
                </a:lnTo>
                <a:lnTo>
                  <a:pt x="3689134" y="292100"/>
                </a:lnTo>
                <a:lnTo>
                  <a:pt x="3689312" y="290830"/>
                </a:lnTo>
                <a:lnTo>
                  <a:pt x="3693261" y="287020"/>
                </a:lnTo>
                <a:lnTo>
                  <a:pt x="3770325" y="287020"/>
                </a:lnTo>
                <a:lnTo>
                  <a:pt x="3774452" y="290830"/>
                </a:lnTo>
                <a:lnTo>
                  <a:pt x="3774694" y="293370"/>
                </a:lnTo>
                <a:lnTo>
                  <a:pt x="3775100" y="299720"/>
                </a:lnTo>
                <a:lnTo>
                  <a:pt x="3775176" y="306070"/>
                </a:lnTo>
                <a:lnTo>
                  <a:pt x="3775176" y="261620"/>
                </a:lnTo>
                <a:lnTo>
                  <a:pt x="3765308" y="261620"/>
                </a:lnTo>
                <a:lnTo>
                  <a:pt x="3752304" y="260350"/>
                </a:lnTo>
                <a:lnTo>
                  <a:pt x="3778859" y="224790"/>
                </a:lnTo>
                <a:lnTo>
                  <a:pt x="3809073" y="194310"/>
                </a:lnTo>
                <a:lnTo>
                  <a:pt x="3815245" y="189230"/>
                </a:lnTo>
                <a:lnTo>
                  <a:pt x="3850716" y="160020"/>
                </a:lnTo>
                <a:lnTo>
                  <a:pt x="3895026" y="130810"/>
                </a:lnTo>
                <a:lnTo>
                  <a:pt x="3941788" y="105410"/>
                </a:lnTo>
                <a:lnTo>
                  <a:pt x="3990784" y="85090"/>
                </a:lnTo>
                <a:lnTo>
                  <a:pt x="4041775" y="68580"/>
                </a:lnTo>
                <a:lnTo>
                  <a:pt x="4044150" y="67310"/>
                </a:lnTo>
                <a:lnTo>
                  <a:pt x="4047871" y="67310"/>
                </a:lnTo>
                <a:lnTo>
                  <a:pt x="4049458" y="68580"/>
                </a:lnTo>
                <a:lnTo>
                  <a:pt x="4056621" y="74930"/>
                </a:lnTo>
                <a:lnTo>
                  <a:pt x="4063796" y="82550"/>
                </a:lnTo>
                <a:lnTo>
                  <a:pt x="4078846" y="96520"/>
                </a:lnTo>
                <a:lnTo>
                  <a:pt x="4078846" y="63093"/>
                </a:lnTo>
                <a:lnTo>
                  <a:pt x="4076776" y="60960"/>
                </a:lnTo>
                <a:lnTo>
                  <a:pt x="4063288" y="46990"/>
                </a:lnTo>
                <a:lnTo>
                  <a:pt x="4054652" y="40640"/>
                </a:lnTo>
                <a:lnTo>
                  <a:pt x="4043565" y="41910"/>
                </a:lnTo>
                <a:lnTo>
                  <a:pt x="4021544" y="48260"/>
                </a:lnTo>
                <a:lnTo>
                  <a:pt x="4011930" y="50800"/>
                </a:lnTo>
                <a:lnTo>
                  <a:pt x="3992346" y="58420"/>
                </a:lnTo>
                <a:lnTo>
                  <a:pt x="3982034" y="60960"/>
                </a:lnTo>
                <a:lnTo>
                  <a:pt x="3982097" y="31750"/>
                </a:lnTo>
                <a:lnTo>
                  <a:pt x="3981958" y="15240"/>
                </a:lnTo>
                <a:lnTo>
                  <a:pt x="3980421" y="7620"/>
                </a:lnTo>
                <a:lnTo>
                  <a:pt x="3976433" y="2540"/>
                </a:lnTo>
                <a:lnTo>
                  <a:pt x="3970337" y="0"/>
                </a:lnTo>
                <a:lnTo>
                  <a:pt x="3962501" y="2540"/>
                </a:lnTo>
                <a:lnTo>
                  <a:pt x="3957320" y="4673"/>
                </a:lnTo>
                <a:lnTo>
                  <a:pt x="3957320" y="58420"/>
                </a:lnTo>
                <a:lnTo>
                  <a:pt x="3957193" y="62230"/>
                </a:lnTo>
                <a:lnTo>
                  <a:pt x="3956913" y="68580"/>
                </a:lnTo>
                <a:lnTo>
                  <a:pt x="3956748" y="71120"/>
                </a:lnTo>
                <a:lnTo>
                  <a:pt x="3952417" y="73660"/>
                </a:lnTo>
                <a:lnTo>
                  <a:pt x="3949382" y="74930"/>
                </a:lnTo>
                <a:lnTo>
                  <a:pt x="3920426" y="88900"/>
                </a:lnTo>
                <a:lnTo>
                  <a:pt x="3864889" y="120650"/>
                </a:lnTo>
                <a:lnTo>
                  <a:pt x="3824630" y="149860"/>
                </a:lnTo>
                <a:lnTo>
                  <a:pt x="3783876" y="184150"/>
                </a:lnTo>
                <a:lnTo>
                  <a:pt x="3781552" y="185420"/>
                </a:lnTo>
                <a:lnTo>
                  <a:pt x="3779393" y="187960"/>
                </a:lnTo>
                <a:lnTo>
                  <a:pt x="3776497" y="189230"/>
                </a:lnTo>
                <a:lnTo>
                  <a:pt x="3803510" y="148590"/>
                </a:lnTo>
                <a:lnTo>
                  <a:pt x="3835336" y="111760"/>
                </a:lnTo>
                <a:lnTo>
                  <a:pt x="3871722" y="80010"/>
                </a:lnTo>
                <a:lnTo>
                  <a:pt x="3912451" y="53340"/>
                </a:lnTo>
                <a:lnTo>
                  <a:pt x="3957269" y="31750"/>
                </a:lnTo>
                <a:lnTo>
                  <a:pt x="3957320" y="58420"/>
                </a:lnTo>
                <a:lnTo>
                  <a:pt x="3957320" y="4673"/>
                </a:lnTo>
                <a:lnTo>
                  <a:pt x="3880078" y="44450"/>
                </a:lnTo>
                <a:lnTo>
                  <a:pt x="3838905" y="74930"/>
                </a:lnTo>
                <a:lnTo>
                  <a:pt x="3802380" y="109220"/>
                </a:lnTo>
                <a:lnTo>
                  <a:pt x="3770858" y="149860"/>
                </a:lnTo>
                <a:lnTo>
                  <a:pt x="3744658" y="195580"/>
                </a:lnTo>
                <a:lnTo>
                  <a:pt x="3738435" y="209550"/>
                </a:lnTo>
                <a:lnTo>
                  <a:pt x="3731882" y="224790"/>
                </a:lnTo>
                <a:lnTo>
                  <a:pt x="3729939" y="219710"/>
                </a:lnTo>
                <a:lnTo>
                  <a:pt x="3728923" y="217170"/>
                </a:lnTo>
                <a:lnTo>
                  <a:pt x="3727526" y="214630"/>
                </a:lnTo>
                <a:lnTo>
                  <a:pt x="3718890" y="198120"/>
                </a:lnTo>
                <a:lnTo>
                  <a:pt x="3714635" y="189230"/>
                </a:lnTo>
                <a:lnTo>
                  <a:pt x="3711486" y="182651"/>
                </a:lnTo>
                <a:lnTo>
                  <a:pt x="3711486" y="261620"/>
                </a:lnTo>
                <a:lnTo>
                  <a:pt x="3688486" y="261620"/>
                </a:lnTo>
                <a:lnTo>
                  <a:pt x="3677640" y="259080"/>
                </a:lnTo>
                <a:lnTo>
                  <a:pt x="3666947" y="255270"/>
                </a:lnTo>
                <a:lnTo>
                  <a:pt x="3664394" y="253847"/>
                </a:lnTo>
                <a:lnTo>
                  <a:pt x="3664394" y="298450"/>
                </a:lnTo>
                <a:lnTo>
                  <a:pt x="3664102" y="342900"/>
                </a:lnTo>
                <a:lnTo>
                  <a:pt x="3664013" y="808990"/>
                </a:lnTo>
                <a:lnTo>
                  <a:pt x="3662565" y="808990"/>
                </a:lnTo>
                <a:lnTo>
                  <a:pt x="3352254" y="635000"/>
                </a:lnTo>
                <a:lnTo>
                  <a:pt x="3347199" y="632460"/>
                </a:lnTo>
                <a:lnTo>
                  <a:pt x="3340493" y="627380"/>
                </a:lnTo>
                <a:lnTo>
                  <a:pt x="3338944" y="623570"/>
                </a:lnTo>
                <a:lnTo>
                  <a:pt x="3336798" y="617220"/>
                </a:lnTo>
                <a:lnTo>
                  <a:pt x="3337407" y="614680"/>
                </a:lnTo>
                <a:lnTo>
                  <a:pt x="3337496" y="107950"/>
                </a:lnTo>
                <a:lnTo>
                  <a:pt x="3337750" y="100330"/>
                </a:lnTo>
                <a:lnTo>
                  <a:pt x="3339731" y="99060"/>
                </a:lnTo>
                <a:lnTo>
                  <a:pt x="3377895" y="120650"/>
                </a:lnTo>
                <a:lnTo>
                  <a:pt x="3467023" y="170180"/>
                </a:lnTo>
                <a:lnTo>
                  <a:pt x="3557549" y="222250"/>
                </a:lnTo>
                <a:lnTo>
                  <a:pt x="3602863" y="247650"/>
                </a:lnTo>
                <a:lnTo>
                  <a:pt x="3648303" y="271780"/>
                </a:lnTo>
                <a:lnTo>
                  <a:pt x="3655707" y="276860"/>
                </a:lnTo>
                <a:lnTo>
                  <a:pt x="3660724" y="283210"/>
                </a:lnTo>
                <a:lnTo>
                  <a:pt x="3663556" y="289560"/>
                </a:lnTo>
                <a:lnTo>
                  <a:pt x="3664394" y="298450"/>
                </a:lnTo>
                <a:lnTo>
                  <a:pt x="3664394" y="253847"/>
                </a:lnTo>
                <a:lnTo>
                  <a:pt x="3621570" y="229870"/>
                </a:lnTo>
                <a:lnTo>
                  <a:pt x="3576142" y="203200"/>
                </a:lnTo>
                <a:lnTo>
                  <a:pt x="3392055" y="100330"/>
                </a:lnTo>
                <a:lnTo>
                  <a:pt x="3390011" y="99060"/>
                </a:lnTo>
                <a:lnTo>
                  <a:pt x="3386861" y="96520"/>
                </a:lnTo>
                <a:lnTo>
                  <a:pt x="3399307" y="83820"/>
                </a:lnTo>
                <a:lnTo>
                  <a:pt x="3400552" y="82550"/>
                </a:lnTo>
                <a:lnTo>
                  <a:pt x="3407346" y="76200"/>
                </a:lnTo>
                <a:lnTo>
                  <a:pt x="3414268" y="68580"/>
                </a:lnTo>
                <a:lnTo>
                  <a:pt x="3416046" y="67310"/>
                </a:lnTo>
                <a:lnTo>
                  <a:pt x="3420694" y="68580"/>
                </a:lnTo>
                <a:lnTo>
                  <a:pt x="3423640" y="68580"/>
                </a:lnTo>
                <a:lnTo>
                  <a:pt x="3453066" y="77470"/>
                </a:lnTo>
                <a:lnTo>
                  <a:pt x="3510191" y="100330"/>
                </a:lnTo>
                <a:lnTo>
                  <a:pt x="3537978" y="114300"/>
                </a:lnTo>
                <a:lnTo>
                  <a:pt x="3541331" y="115570"/>
                </a:lnTo>
                <a:lnTo>
                  <a:pt x="3551605" y="120650"/>
                </a:lnTo>
                <a:lnTo>
                  <a:pt x="3557638" y="119380"/>
                </a:lnTo>
                <a:lnTo>
                  <a:pt x="3565042" y="105410"/>
                </a:lnTo>
                <a:lnTo>
                  <a:pt x="3562820" y="99060"/>
                </a:lnTo>
                <a:lnTo>
                  <a:pt x="3553968" y="93980"/>
                </a:lnTo>
                <a:lnTo>
                  <a:pt x="3544112" y="88900"/>
                </a:lnTo>
                <a:lnTo>
                  <a:pt x="3534194" y="85090"/>
                </a:lnTo>
                <a:lnTo>
                  <a:pt x="3514166" y="74930"/>
                </a:lnTo>
                <a:lnTo>
                  <a:pt x="3508489" y="72390"/>
                </a:lnTo>
                <a:lnTo>
                  <a:pt x="3505949" y="69850"/>
                </a:lnTo>
                <a:lnTo>
                  <a:pt x="3506101" y="67310"/>
                </a:lnTo>
                <a:lnTo>
                  <a:pt x="3506254" y="64770"/>
                </a:lnTo>
                <a:lnTo>
                  <a:pt x="3506419" y="60960"/>
                </a:lnTo>
                <a:lnTo>
                  <a:pt x="3506508" y="58420"/>
                </a:lnTo>
                <a:lnTo>
                  <a:pt x="3506482" y="31750"/>
                </a:lnTo>
                <a:lnTo>
                  <a:pt x="3551263" y="53340"/>
                </a:lnTo>
                <a:lnTo>
                  <a:pt x="3591953" y="80010"/>
                </a:lnTo>
                <a:lnTo>
                  <a:pt x="3628326" y="111760"/>
                </a:lnTo>
                <a:lnTo>
                  <a:pt x="3660127" y="147320"/>
                </a:lnTo>
                <a:lnTo>
                  <a:pt x="3687140" y="189230"/>
                </a:lnTo>
                <a:lnTo>
                  <a:pt x="3660952" y="167640"/>
                </a:lnTo>
                <a:lnTo>
                  <a:pt x="3632098" y="142240"/>
                </a:lnTo>
                <a:lnTo>
                  <a:pt x="3629317" y="140970"/>
                </a:lnTo>
                <a:lnTo>
                  <a:pt x="3619131" y="134620"/>
                </a:lnTo>
                <a:lnTo>
                  <a:pt x="3612413" y="134620"/>
                </a:lnTo>
                <a:lnTo>
                  <a:pt x="3604095" y="148590"/>
                </a:lnTo>
                <a:lnTo>
                  <a:pt x="3605492" y="153670"/>
                </a:lnTo>
                <a:lnTo>
                  <a:pt x="3611651" y="158750"/>
                </a:lnTo>
                <a:lnTo>
                  <a:pt x="3631184" y="173990"/>
                </a:lnTo>
                <a:lnTo>
                  <a:pt x="3637572" y="179070"/>
                </a:lnTo>
                <a:lnTo>
                  <a:pt x="3674211" y="213360"/>
                </a:lnTo>
                <a:lnTo>
                  <a:pt x="3705936" y="252730"/>
                </a:lnTo>
                <a:lnTo>
                  <a:pt x="3711486" y="261620"/>
                </a:lnTo>
                <a:lnTo>
                  <a:pt x="3711486" y="182651"/>
                </a:lnTo>
                <a:lnTo>
                  <a:pt x="3691598" y="148590"/>
                </a:lnTo>
                <a:lnTo>
                  <a:pt x="3661486" y="110490"/>
                </a:lnTo>
                <a:lnTo>
                  <a:pt x="3627348" y="76200"/>
                </a:lnTo>
                <a:lnTo>
                  <a:pt x="3589490" y="48260"/>
                </a:lnTo>
                <a:lnTo>
                  <a:pt x="3548240" y="24130"/>
                </a:lnTo>
                <a:lnTo>
                  <a:pt x="3503942" y="3810"/>
                </a:lnTo>
                <a:lnTo>
                  <a:pt x="3494138" y="1270"/>
                </a:lnTo>
                <a:lnTo>
                  <a:pt x="3487255" y="2540"/>
                </a:lnTo>
                <a:lnTo>
                  <a:pt x="3483178" y="7620"/>
                </a:lnTo>
                <a:lnTo>
                  <a:pt x="3481806" y="17780"/>
                </a:lnTo>
                <a:lnTo>
                  <a:pt x="3481781" y="60960"/>
                </a:lnTo>
                <a:lnTo>
                  <a:pt x="3474008" y="58420"/>
                </a:lnTo>
                <a:lnTo>
                  <a:pt x="3458883" y="54610"/>
                </a:lnTo>
                <a:lnTo>
                  <a:pt x="3423323" y="43180"/>
                </a:lnTo>
                <a:lnTo>
                  <a:pt x="3415766" y="40640"/>
                </a:lnTo>
                <a:lnTo>
                  <a:pt x="3409137" y="41910"/>
                </a:lnTo>
                <a:lnTo>
                  <a:pt x="3403181" y="44450"/>
                </a:lnTo>
                <a:lnTo>
                  <a:pt x="3397593" y="49530"/>
                </a:lnTo>
                <a:lnTo>
                  <a:pt x="3390557" y="57150"/>
                </a:lnTo>
                <a:lnTo>
                  <a:pt x="3375977" y="72390"/>
                </a:lnTo>
                <a:lnTo>
                  <a:pt x="3368776" y="80010"/>
                </a:lnTo>
                <a:lnTo>
                  <a:pt x="3365360" y="83820"/>
                </a:lnTo>
                <a:lnTo>
                  <a:pt x="3362655" y="83820"/>
                </a:lnTo>
                <a:lnTo>
                  <a:pt x="3358248" y="81280"/>
                </a:lnTo>
                <a:lnTo>
                  <a:pt x="3340760" y="76200"/>
                </a:lnTo>
                <a:lnTo>
                  <a:pt x="3326269" y="80010"/>
                </a:lnTo>
                <a:lnTo>
                  <a:pt x="3316389" y="91440"/>
                </a:lnTo>
                <a:lnTo>
                  <a:pt x="3312744" y="109220"/>
                </a:lnTo>
                <a:lnTo>
                  <a:pt x="3312604" y="618490"/>
                </a:lnTo>
                <a:lnTo>
                  <a:pt x="3313785" y="629920"/>
                </a:lnTo>
                <a:lnTo>
                  <a:pt x="3317405" y="638810"/>
                </a:lnTo>
                <a:lnTo>
                  <a:pt x="3323615" y="646430"/>
                </a:lnTo>
                <a:lnTo>
                  <a:pt x="3332505" y="652780"/>
                </a:lnTo>
                <a:lnTo>
                  <a:pt x="3352939" y="662940"/>
                </a:lnTo>
                <a:lnTo>
                  <a:pt x="3586327" y="795020"/>
                </a:lnTo>
                <a:lnTo>
                  <a:pt x="3599891" y="801370"/>
                </a:lnTo>
                <a:lnTo>
                  <a:pt x="3613162" y="808990"/>
                </a:lnTo>
                <a:lnTo>
                  <a:pt x="3625773" y="817880"/>
                </a:lnTo>
                <a:lnTo>
                  <a:pt x="3639147" y="824230"/>
                </a:lnTo>
                <a:lnTo>
                  <a:pt x="3653447" y="829310"/>
                </a:lnTo>
                <a:lnTo>
                  <a:pt x="3667645" y="833120"/>
                </a:lnTo>
                <a:lnTo>
                  <a:pt x="3680714" y="840740"/>
                </a:lnTo>
                <a:lnTo>
                  <a:pt x="3684206" y="843280"/>
                </a:lnTo>
                <a:lnTo>
                  <a:pt x="3776243" y="843280"/>
                </a:lnTo>
                <a:lnTo>
                  <a:pt x="3783850" y="838200"/>
                </a:lnTo>
                <a:lnTo>
                  <a:pt x="3793629" y="834390"/>
                </a:lnTo>
                <a:lnTo>
                  <a:pt x="3795877" y="830580"/>
                </a:lnTo>
                <a:lnTo>
                  <a:pt x="3797554" y="831850"/>
                </a:lnTo>
                <a:lnTo>
                  <a:pt x="3805618" y="831850"/>
                </a:lnTo>
                <a:lnTo>
                  <a:pt x="3812997" y="830580"/>
                </a:lnTo>
                <a:lnTo>
                  <a:pt x="3819931" y="826770"/>
                </a:lnTo>
                <a:lnTo>
                  <a:pt x="3833444" y="819150"/>
                </a:lnTo>
                <a:lnTo>
                  <a:pt x="3851516" y="808990"/>
                </a:lnTo>
                <a:lnTo>
                  <a:pt x="4045737" y="699770"/>
                </a:lnTo>
                <a:lnTo>
                  <a:pt x="4133392" y="651510"/>
                </a:lnTo>
                <a:lnTo>
                  <a:pt x="4141165" y="645160"/>
                </a:lnTo>
                <a:lnTo>
                  <a:pt x="4146715" y="638810"/>
                </a:lnTo>
                <a:lnTo>
                  <a:pt x="4150042" y="631190"/>
                </a:lnTo>
                <a:lnTo>
                  <a:pt x="4151122" y="621030"/>
                </a:lnTo>
                <a:close/>
              </a:path>
            </a:pathLst>
          </a:custGeom>
          <a:solidFill>
            <a:srgbClr val="FFFFFF">
              <a:alpha val="25098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743534" y="7965953"/>
            <a:ext cx="523875" cy="928369"/>
          </a:xfrm>
          <a:custGeom>
            <a:rect b="b" l="l" r="r" t="t"/>
            <a:pathLst>
              <a:path extrusionOk="0" h="928370" w="523875">
                <a:moveTo>
                  <a:pt x="465289" y="480212"/>
                </a:moveTo>
                <a:lnTo>
                  <a:pt x="464629" y="469849"/>
                </a:lnTo>
                <a:lnTo>
                  <a:pt x="460768" y="464337"/>
                </a:lnTo>
                <a:lnTo>
                  <a:pt x="444030" y="463296"/>
                </a:lnTo>
                <a:lnTo>
                  <a:pt x="438810" y="469049"/>
                </a:lnTo>
                <a:lnTo>
                  <a:pt x="438023" y="481279"/>
                </a:lnTo>
                <a:lnTo>
                  <a:pt x="438150" y="484060"/>
                </a:lnTo>
                <a:lnTo>
                  <a:pt x="438150" y="734568"/>
                </a:lnTo>
                <a:lnTo>
                  <a:pt x="86156" y="734568"/>
                </a:lnTo>
                <a:lnTo>
                  <a:pt x="86067" y="652221"/>
                </a:lnTo>
                <a:lnTo>
                  <a:pt x="80962" y="645833"/>
                </a:lnTo>
                <a:lnTo>
                  <a:pt x="63969" y="646366"/>
                </a:lnTo>
                <a:lnTo>
                  <a:pt x="59169" y="652627"/>
                </a:lnTo>
                <a:lnTo>
                  <a:pt x="59093" y="740410"/>
                </a:lnTo>
                <a:lnTo>
                  <a:pt x="59905" y="751649"/>
                </a:lnTo>
                <a:lnTo>
                  <a:pt x="63042" y="758342"/>
                </a:lnTo>
                <a:lnTo>
                  <a:pt x="69583" y="761555"/>
                </a:lnTo>
                <a:lnTo>
                  <a:pt x="80594" y="762381"/>
                </a:lnTo>
                <a:lnTo>
                  <a:pt x="444017" y="762381"/>
                </a:lnTo>
                <a:lnTo>
                  <a:pt x="454761" y="761542"/>
                </a:lnTo>
                <a:lnTo>
                  <a:pt x="461225" y="758367"/>
                </a:lnTo>
                <a:lnTo>
                  <a:pt x="464375" y="751903"/>
                </a:lnTo>
                <a:lnTo>
                  <a:pt x="465213" y="741146"/>
                </a:lnTo>
                <a:lnTo>
                  <a:pt x="465289" y="480212"/>
                </a:lnTo>
                <a:close/>
              </a:path>
              <a:path extrusionOk="0" h="928370" w="523875">
                <a:moveTo>
                  <a:pt x="466217" y="422948"/>
                </a:moveTo>
                <a:lnTo>
                  <a:pt x="465201" y="418388"/>
                </a:lnTo>
                <a:lnTo>
                  <a:pt x="465201" y="147764"/>
                </a:lnTo>
                <a:lnTo>
                  <a:pt x="464324" y="137134"/>
                </a:lnTo>
                <a:lnTo>
                  <a:pt x="461073" y="130657"/>
                </a:lnTo>
                <a:lnTo>
                  <a:pt x="454545" y="127431"/>
                </a:lnTo>
                <a:lnTo>
                  <a:pt x="443852" y="126555"/>
                </a:lnTo>
                <a:lnTo>
                  <a:pt x="80352" y="126555"/>
                </a:lnTo>
                <a:lnTo>
                  <a:pt x="69697" y="127431"/>
                </a:lnTo>
                <a:lnTo>
                  <a:pt x="63207" y="130670"/>
                </a:lnTo>
                <a:lnTo>
                  <a:pt x="59969" y="137185"/>
                </a:lnTo>
                <a:lnTo>
                  <a:pt x="59093" y="147866"/>
                </a:lnTo>
                <a:lnTo>
                  <a:pt x="59105" y="600417"/>
                </a:lnTo>
                <a:lnTo>
                  <a:pt x="58877" y="603592"/>
                </a:lnTo>
                <a:lnTo>
                  <a:pt x="60731" y="614070"/>
                </a:lnTo>
                <a:lnTo>
                  <a:pt x="65392" y="618299"/>
                </a:lnTo>
                <a:lnTo>
                  <a:pt x="80162" y="618032"/>
                </a:lnTo>
                <a:lnTo>
                  <a:pt x="84620" y="613879"/>
                </a:lnTo>
                <a:lnTo>
                  <a:pt x="86372" y="602805"/>
                </a:lnTo>
                <a:lnTo>
                  <a:pt x="86144" y="598614"/>
                </a:lnTo>
                <a:lnTo>
                  <a:pt x="86156" y="154292"/>
                </a:lnTo>
                <a:lnTo>
                  <a:pt x="438150" y="154292"/>
                </a:lnTo>
                <a:lnTo>
                  <a:pt x="438175" y="417639"/>
                </a:lnTo>
                <a:lnTo>
                  <a:pt x="437134" y="422376"/>
                </a:lnTo>
                <a:lnTo>
                  <a:pt x="441998" y="429310"/>
                </a:lnTo>
                <a:lnTo>
                  <a:pt x="447128" y="435241"/>
                </a:lnTo>
                <a:lnTo>
                  <a:pt x="455790" y="434797"/>
                </a:lnTo>
                <a:lnTo>
                  <a:pt x="460844" y="429323"/>
                </a:lnTo>
                <a:lnTo>
                  <a:pt x="466217" y="422948"/>
                </a:lnTo>
                <a:close/>
              </a:path>
              <a:path extrusionOk="0" h="928370" w="523875">
                <a:moveTo>
                  <a:pt x="523341" y="846175"/>
                </a:moveTo>
                <a:lnTo>
                  <a:pt x="523328" y="465086"/>
                </a:lnTo>
                <a:lnTo>
                  <a:pt x="523278" y="81927"/>
                </a:lnTo>
                <a:lnTo>
                  <a:pt x="500900" y="22415"/>
                </a:lnTo>
                <a:lnTo>
                  <a:pt x="441502" y="12"/>
                </a:lnTo>
                <a:lnTo>
                  <a:pt x="83197" y="0"/>
                </a:lnTo>
                <a:lnTo>
                  <a:pt x="49288" y="5854"/>
                </a:lnTo>
                <a:lnTo>
                  <a:pt x="23393" y="22466"/>
                </a:lnTo>
                <a:lnTo>
                  <a:pt x="6870" y="48488"/>
                </a:lnTo>
                <a:lnTo>
                  <a:pt x="1003" y="82575"/>
                </a:lnTo>
                <a:lnTo>
                  <a:pt x="990" y="218224"/>
                </a:lnTo>
                <a:lnTo>
                  <a:pt x="0" y="222275"/>
                </a:lnTo>
                <a:lnTo>
                  <a:pt x="9829" y="234950"/>
                </a:lnTo>
                <a:lnTo>
                  <a:pt x="18567" y="235191"/>
                </a:lnTo>
                <a:lnTo>
                  <a:pt x="23736" y="229158"/>
                </a:lnTo>
                <a:lnTo>
                  <a:pt x="29006" y="222631"/>
                </a:lnTo>
                <a:lnTo>
                  <a:pt x="28028" y="218135"/>
                </a:lnTo>
                <a:lnTo>
                  <a:pt x="28067" y="86283"/>
                </a:lnTo>
                <a:lnTo>
                  <a:pt x="31699" y="60248"/>
                </a:lnTo>
                <a:lnTo>
                  <a:pt x="42672" y="41744"/>
                </a:lnTo>
                <a:lnTo>
                  <a:pt x="61074" y="30695"/>
                </a:lnTo>
                <a:lnTo>
                  <a:pt x="86956" y="27038"/>
                </a:lnTo>
                <a:lnTo>
                  <a:pt x="436994" y="27038"/>
                </a:lnTo>
                <a:lnTo>
                  <a:pt x="463054" y="30670"/>
                </a:lnTo>
                <a:lnTo>
                  <a:pt x="481558" y="41643"/>
                </a:lnTo>
                <a:lnTo>
                  <a:pt x="492594" y="60032"/>
                </a:lnTo>
                <a:lnTo>
                  <a:pt x="496252" y="85928"/>
                </a:lnTo>
                <a:lnTo>
                  <a:pt x="496252" y="841908"/>
                </a:lnTo>
                <a:lnTo>
                  <a:pt x="492607" y="867892"/>
                </a:lnTo>
                <a:lnTo>
                  <a:pt x="481609" y="886345"/>
                </a:lnTo>
                <a:lnTo>
                  <a:pt x="463156" y="897343"/>
                </a:lnTo>
                <a:lnTo>
                  <a:pt x="437184" y="901001"/>
                </a:lnTo>
                <a:lnTo>
                  <a:pt x="87147" y="901001"/>
                </a:lnTo>
                <a:lnTo>
                  <a:pt x="42722" y="886358"/>
                </a:lnTo>
                <a:lnTo>
                  <a:pt x="28092" y="841933"/>
                </a:lnTo>
                <a:lnTo>
                  <a:pt x="28067" y="282397"/>
                </a:lnTo>
                <a:lnTo>
                  <a:pt x="29083" y="276936"/>
                </a:lnTo>
                <a:lnTo>
                  <a:pt x="24130" y="269405"/>
                </a:lnTo>
                <a:lnTo>
                  <a:pt x="18630" y="264160"/>
                </a:lnTo>
                <a:lnTo>
                  <a:pt x="10020" y="264287"/>
                </a:lnTo>
                <a:lnTo>
                  <a:pt x="5359" y="269951"/>
                </a:lnTo>
                <a:lnTo>
                  <a:pt x="266" y="275564"/>
                </a:lnTo>
                <a:lnTo>
                  <a:pt x="1003" y="279273"/>
                </a:lnTo>
                <a:lnTo>
                  <a:pt x="1054" y="847445"/>
                </a:lnTo>
                <a:lnTo>
                  <a:pt x="6908" y="880110"/>
                </a:lnTo>
                <a:lnTo>
                  <a:pt x="23304" y="905535"/>
                </a:lnTo>
                <a:lnTo>
                  <a:pt x="48564" y="922058"/>
                </a:lnTo>
                <a:lnTo>
                  <a:pt x="81051" y="927976"/>
                </a:lnTo>
                <a:lnTo>
                  <a:pt x="236385" y="928154"/>
                </a:lnTo>
                <a:lnTo>
                  <a:pt x="443496" y="927696"/>
                </a:lnTo>
                <a:lnTo>
                  <a:pt x="499719" y="906437"/>
                </a:lnTo>
                <a:lnTo>
                  <a:pt x="520839" y="869454"/>
                </a:lnTo>
                <a:lnTo>
                  <a:pt x="523341" y="846175"/>
                </a:lnTo>
                <a:close/>
              </a:path>
            </a:pathLst>
          </a:custGeom>
          <a:solidFill>
            <a:srgbClr val="FFFFFF">
              <a:alpha val="50196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6" name="Google Shape;46;p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53330" y="8744508"/>
            <a:ext cx="104847" cy="105420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4"/>
          <p:cNvSpPr/>
          <p:nvPr/>
        </p:nvSpPr>
        <p:spPr>
          <a:xfrm>
            <a:off x="926363" y="707294"/>
            <a:ext cx="7661909" cy="7350759"/>
          </a:xfrm>
          <a:custGeom>
            <a:rect b="b" l="l" r="r" t="t"/>
            <a:pathLst>
              <a:path extrusionOk="0" h="7350759" w="7661909">
                <a:moveTo>
                  <a:pt x="51930" y="7343356"/>
                </a:moveTo>
                <a:lnTo>
                  <a:pt x="49428" y="7331926"/>
                </a:lnTo>
                <a:lnTo>
                  <a:pt x="44945" y="7326681"/>
                </a:lnTo>
                <a:lnTo>
                  <a:pt x="36474" y="7322007"/>
                </a:lnTo>
                <a:lnTo>
                  <a:pt x="30492" y="7323201"/>
                </a:lnTo>
                <a:lnTo>
                  <a:pt x="25717" y="7322896"/>
                </a:lnTo>
                <a:lnTo>
                  <a:pt x="20497" y="7323188"/>
                </a:lnTo>
                <a:lnTo>
                  <a:pt x="15608" y="7322998"/>
                </a:lnTo>
                <a:lnTo>
                  <a:pt x="3848" y="7325093"/>
                </a:lnTo>
                <a:lnTo>
                  <a:pt x="0" y="7329868"/>
                </a:lnTo>
                <a:lnTo>
                  <a:pt x="292" y="7344003"/>
                </a:lnTo>
                <a:lnTo>
                  <a:pt x="4114" y="7349210"/>
                </a:lnTo>
                <a:lnTo>
                  <a:pt x="11252" y="7349718"/>
                </a:lnTo>
                <a:lnTo>
                  <a:pt x="18465" y="7350112"/>
                </a:lnTo>
                <a:lnTo>
                  <a:pt x="25704" y="7350239"/>
                </a:lnTo>
                <a:lnTo>
                  <a:pt x="32943" y="7350087"/>
                </a:lnTo>
                <a:lnTo>
                  <a:pt x="40144" y="7349630"/>
                </a:lnTo>
                <a:lnTo>
                  <a:pt x="47269" y="7349020"/>
                </a:lnTo>
                <a:lnTo>
                  <a:pt x="51930" y="7343356"/>
                </a:lnTo>
                <a:close/>
              </a:path>
              <a:path extrusionOk="0" h="7350759" w="7661909">
                <a:moveTo>
                  <a:pt x="158457" y="7327913"/>
                </a:moveTo>
                <a:lnTo>
                  <a:pt x="152768" y="7323442"/>
                </a:lnTo>
                <a:lnTo>
                  <a:pt x="111442" y="7323137"/>
                </a:lnTo>
                <a:lnTo>
                  <a:pt x="70154" y="7323404"/>
                </a:lnTo>
                <a:lnTo>
                  <a:pt x="64630" y="7327608"/>
                </a:lnTo>
                <a:lnTo>
                  <a:pt x="63627" y="7344296"/>
                </a:lnTo>
                <a:lnTo>
                  <a:pt x="69342" y="7349871"/>
                </a:lnTo>
                <a:lnTo>
                  <a:pt x="86690" y="7350366"/>
                </a:lnTo>
                <a:lnTo>
                  <a:pt x="110667" y="7350290"/>
                </a:lnTo>
                <a:lnTo>
                  <a:pt x="152514" y="7350112"/>
                </a:lnTo>
                <a:lnTo>
                  <a:pt x="158432" y="7345896"/>
                </a:lnTo>
                <a:lnTo>
                  <a:pt x="158457" y="7327913"/>
                </a:lnTo>
                <a:close/>
              </a:path>
              <a:path extrusionOk="0" h="7350759" w="7661909">
                <a:moveTo>
                  <a:pt x="7603426" y="480212"/>
                </a:moveTo>
                <a:lnTo>
                  <a:pt x="7602766" y="469849"/>
                </a:lnTo>
                <a:lnTo>
                  <a:pt x="7598905" y="464337"/>
                </a:lnTo>
                <a:lnTo>
                  <a:pt x="7582167" y="463296"/>
                </a:lnTo>
                <a:lnTo>
                  <a:pt x="7576947" y="469049"/>
                </a:lnTo>
                <a:lnTo>
                  <a:pt x="7576159" y="481279"/>
                </a:lnTo>
                <a:lnTo>
                  <a:pt x="7576286" y="484060"/>
                </a:lnTo>
                <a:lnTo>
                  <a:pt x="7576286" y="734568"/>
                </a:lnTo>
                <a:lnTo>
                  <a:pt x="7224293" y="734568"/>
                </a:lnTo>
                <a:lnTo>
                  <a:pt x="7224204" y="652221"/>
                </a:lnTo>
                <a:lnTo>
                  <a:pt x="7219099" y="645833"/>
                </a:lnTo>
                <a:lnTo>
                  <a:pt x="7202106" y="646366"/>
                </a:lnTo>
                <a:lnTo>
                  <a:pt x="7197306" y="652627"/>
                </a:lnTo>
                <a:lnTo>
                  <a:pt x="7197230" y="740397"/>
                </a:lnTo>
                <a:lnTo>
                  <a:pt x="7198042" y="751649"/>
                </a:lnTo>
                <a:lnTo>
                  <a:pt x="7201179" y="758342"/>
                </a:lnTo>
                <a:lnTo>
                  <a:pt x="7207720" y="761555"/>
                </a:lnTo>
                <a:lnTo>
                  <a:pt x="7218731" y="762381"/>
                </a:lnTo>
                <a:lnTo>
                  <a:pt x="7582154" y="762381"/>
                </a:lnTo>
                <a:lnTo>
                  <a:pt x="7592898" y="761542"/>
                </a:lnTo>
                <a:lnTo>
                  <a:pt x="7599362" y="758367"/>
                </a:lnTo>
                <a:lnTo>
                  <a:pt x="7602512" y="751890"/>
                </a:lnTo>
                <a:lnTo>
                  <a:pt x="7603350" y="741146"/>
                </a:lnTo>
                <a:lnTo>
                  <a:pt x="7603426" y="480212"/>
                </a:lnTo>
                <a:close/>
              </a:path>
              <a:path extrusionOk="0" h="7350759" w="7661909">
                <a:moveTo>
                  <a:pt x="7604366" y="422948"/>
                </a:moveTo>
                <a:lnTo>
                  <a:pt x="7603337" y="418388"/>
                </a:lnTo>
                <a:lnTo>
                  <a:pt x="7603350" y="147764"/>
                </a:lnTo>
                <a:lnTo>
                  <a:pt x="7602461" y="137134"/>
                </a:lnTo>
                <a:lnTo>
                  <a:pt x="7599210" y="130657"/>
                </a:lnTo>
                <a:lnTo>
                  <a:pt x="7592682" y="127431"/>
                </a:lnTo>
                <a:lnTo>
                  <a:pt x="7581989" y="126542"/>
                </a:lnTo>
                <a:lnTo>
                  <a:pt x="7218489" y="126542"/>
                </a:lnTo>
                <a:lnTo>
                  <a:pt x="7207834" y="127431"/>
                </a:lnTo>
                <a:lnTo>
                  <a:pt x="7201344" y="130670"/>
                </a:lnTo>
                <a:lnTo>
                  <a:pt x="7198119" y="137185"/>
                </a:lnTo>
                <a:lnTo>
                  <a:pt x="7197230" y="147866"/>
                </a:lnTo>
                <a:lnTo>
                  <a:pt x="7197242" y="600430"/>
                </a:lnTo>
                <a:lnTo>
                  <a:pt x="7197014" y="603592"/>
                </a:lnTo>
                <a:lnTo>
                  <a:pt x="7198881" y="614070"/>
                </a:lnTo>
                <a:lnTo>
                  <a:pt x="7203529" y="618299"/>
                </a:lnTo>
                <a:lnTo>
                  <a:pt x="7218299" y="618032"/>
                </a:lnTo>
                <a:lnTo>
                  <a:pt x="7222757" y="613879"/>
                </a:lnTo>
                <a:lnTo>
                  <a:pt x="7224509" y="602805"/>
                </a:lnTo>
                <a:lnTo>
                  <a:pt x="7224281" y="598601"/>
                </a:lnTo>
                <a:lnTo>
                  <a:pt x="7224293" y="154292"/>
                </a:lnTo>
                <a:lnTo>
                  <a:pt x="7576286" y="154292"/>
                </a:lnTo>
                <a:lnTo>
                  <a:pt x="7576312" y="417639"/>
                </a:lnTo>
                <a:lnTo>
                  <a:pt x="7575270" y="422376"/>
                </a:lnTo>
                <a:lnTo>
                  <a:pt x="7580135" y="429310"/>
                </a:lnTo>
                <a:lnTo>
                  <a:pt x="7585265" y="435241"/>
                </a:lnTo>
                <a:lnTo>
                  <a:pt x="7593927" y="434797"/>
                </a:lnTo>
                <a:lnTo>
                  <a:pt x="7598994" y="429323"/>
                </a:lnTo>
                <a:lnTo>
                  <a:pt x="7604366" y="422948"/>
                </a:lnTo>
                <a:close/>
              </a:path>
              <a:path extrusionOk="0" h="7350759" w="7661909">
                <a:moveTo>
                  <a:pt x="7661478" y="846175"/>
                </a:moveTo>
                <a:lnTo>
                  <a:pt x="7661465" y="465086"/>
                </a:lnTo>
                <a:lnTo>
                  <a:pt x="7661427" y="81927"/>
                </a:lnTo>
                <a:lnTo>
                  <a:pt x="7639037" y="22415"/>
                </a:lnTo>
                <a:lnTo>
                  <a:pt x="7579639" y="12"/>
                </a:lnTo>
                <a:lnTo>
                  <a:pt x="7221334" y="0"/>
                </a:lnTo>
                <a:lnTo>
                  <a:pt x="7187425" y="5854"/>
                </a:lnTo>
                <a:lnTo>
                  <a:pt x="7161530" y="22466"/>
                </a:lnTo>
                <a:lnTo>
                  <a:pt x="7145007" y="48488"/>
                </a:lnTo>
                <a:lnTo>
                  <a:pt x="7139140" y="82575"/>
                </a:lnTo>
                <a:lnTo>
                  <a:pt x="7139127" y="218224"/>
                </a:lnTo>
                <a:lnTo>
                  <a:pt x="7138136" y="222275"/>
                </a:lnTo>
                <a:lnTo>
                  <a:pt x="7147966" y="234950"/>
                </a:lnTo>
                <a:lnTo>
                  <a:pt x="7156704" y="235191"/>
                </a:lnTo>
                <a:lnTo>
                  <a:pt x="7161873" y="229158"/>
                </a:lnTo>
                <a:lnTo>
                  <a:pt x="7167143" y="222631"/>
                </a:lnTo>
                <a:lnTo>
                  <a:pt x="7166165" y="218135"/>
                </a:lnTo>
                <a:lnTo>
                  <a:pt x="7166203" y="86283"/>
                </a:lnTo>
                <a:lnTo>
                  <a:pt x="7169836" y="60248"/>
                </a:lnTo>
                <a:lnTo>
                  <a:pt x="7180821" y="41744"/>
                </a:lnTo>
                <a:lnTo>
                  <a:pt x="7199211" y="30695"/>
                </a:lnTo>
                <a:lnTo>
                  <a:pt x="7225093" y="27038"/>
                </a:lnTo>
                <a:lnTo>
                  <a:pt x="7575131" y="27038"/>
                </a:lnTo>
                <a:lnTo>
                  <a:pt x="7601191" y="30670"/>
                </a:lnTo>
                <a:lnTo>
                  <a:pt x="7619695" y="41643"/>
                </a:lnTo>
                <a:lnTo>
                  <a:pt x="7630731" y="60032"/>
                </a:lnTo>
                <a:lnTo>
                  <a:pt x="7634389" y="85928"/>
                </a:lnTo>
                <a:lnTo>
                  <a:pt x="7634389" y="841908"/>
                </a:lnTo>
                <a:lnTo>
                  <a:pt x="7630744" y="867892"/>
                </a:lnTo>
                <a:lnTo>
                  <a:pt x="7619746" y="886345"/>
                </a:lnTo>
                <a:lnTo>
                  <a:pt x="7601293" y="897343"/>
                </a:lnTo>
                <a:lnTo>
                  <a:pt x="7575321" y="901001"/>
                </a:lnTo>
                <a:lnTo>
                  <a:pt x="7225284" y="901001"/>
                </a:lnTo>
                <a:lnTo>
                  <a:pt x="7180859" y="886358"/>
                </a:lnTo>
                <a:lnTo>
                  <a:pt x="7166229" y="841933"/>
                </a:lnTo>
                <a:lnTo>
                  <a:pt x="7166203" y="282397"/>
                </a:lnTo>
                <a:lnTo>
                  <a:pt x="7167232" y="276936"/>
                </a:lnTo>
                <a:lnTo>
                  <a:pt x="7162266" y="269405"/>
                </a:lnTo>
                <a:lnTo>
                  <a:pt x="7156767" y="264160"/>
                </a:lnTo>
                <a:lnTo>
                  <a:pt x="7148157" y="264287"/>
                </a:lnTo>
                <a:lnTo>
                  <a:pt x="7143496" y="269951"/>
                </a:lnTo>
                <a:lnTo>
                  <a:pt x="7138403" y="275564"/>
                </a:lnTo>
                <a:lnTo>
                  <a:pt x="7139140" y="279273"/>
                </a:lnTo>
                <a:lnTo>
                  <a:pt x="7139191" y="847445"/>
                </a:lnTo>
                <a:lnTo>
                  <a:pt x="7145045" y="880110"/>
                </a:lnTo>
                <a:lnTo>
                  <a:pt x="7161441" y="905535"/>
                </a:lnTo>
                <a:lnTo>
                  <a:pt x="7186701" y="922058"/>
                </a:lnTo>
                <a:lnTo>
                  <a:pt x="7219188" y="927976"/>
                </a:lnTo>
                <a:lnTo>
                  <a:pt x="7374522" y="928154"/>
                </a:lnTo>
                <a:lnTo>
                  <a:pt x="7581633" y="927696"/>
                </a:lnTo>
                <a:lnTo>
                  <a:pt x="7637856" y="906437"/>
                </a:lnTo>
                <a:lnTo>
                  <a:pt x="7658976" y="869454"/>
                </a:lnTo>
                <a:lnTo>
                  <a:pt x="7661478" y="846175"/>
                </a:lnTo>
                <a:close/>
              </a:path>
            </a:pathLst>
          </a:custGeom>
          <a:solidFill>
            <a:srgbClr val="FFFFFF">
              <a:alpha val="50196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8" name="Google Shape;48;p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274296" y="1485847"/>
            <a:ext cx="104847" cy="10542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4"/>
          <p:cNvSpPr/>
          <p:nvPr/>
        </p:nvSpPr>
        <p:spPr>
          <a:xfrm>
            <a:off x="8247329" y="770641"/>
            <a:ext cx="158750" cy="28575"/>
          </a:xfrm>
          <a:custGeom>
            <a:rect b="b" l="l" r="r" t="t"/>
            <a:pathLst>
              <a:path extrusionOk="0" h="28575" w="158750">
                <a:moveTo>
                  <a:pt x="51943" y="21348"/>
                </a:moveTo>
                <a:lnTo>
                  <a:pt x="49428" y="9918"/>
                </a:lnTo>
                <a:lnTo>
                  <a:pt x="44945" y="4673"/>
                </a:lnTo>
                <a:lnTo>
                  <a:pt x="36474" y="0"/>
                </a:lnTo>
                <a:lnTo>
                  <a:pt x="30492" y="1181"/>
                </a:lnTo>
                <a:lnTo>
                  <a:pt x="25717" y="889"/>
                </a:lnTo>
                <a:lnTo>
                  <a:pt x="20497" y="1181"/>
                </a:lnTo>
                <a:lnTo>
                  <a:pt x="15608" y="990"/>
                </a:lnTo>
                <a:lnTo>
                  <a:pt x="3860" y="3086"/>
                </a:lnTo>
                <a:lnTo>
                  <a:pt x="0" y="7861"/>
                </a:lnTo>
                <a:lnTo>
                  <a:pt x="292" y="21996"/>
                </a:lnTo>
                <a:lnTo>
                  <a:pt x="4114" y="27190"/>
                </a:lnTo>
                <a:lnTo>
                  <a:pt x="11252" y="27711"/>
                </a:lnTo>
                <a:lnTo>
                  <a:pt x="18465" y="28105"/>
                </a:lnTo>
                <a:lnTo>
                  <a:pt x="25704" y="28232"/>
                </a:lnTo>
                <a:lnTo>
                  <a:pt x="32943" y="28079"/>
                </a:lnTo>
                <a:lnTo>
                  <a:pt x="40144" y="27622"/>
                </a:lnTo>
                <a:lnTo>
                  <a:pt x="47269" y="27012"/>
                </a:lnTo>
                <a:lnTo>
                  <a:pt x="51943" y="21348"/>
                </a:lnTo>
                <a:close/>
              </a:path>
              <a:path extrusionOk="0" h="28575" w="158750">
                <a:moveTo>
                  <a:pt x="158457" y="5892"/>
                </a:moveTo>
                <a:lnTo>
                  <a:pt x="152768" y="1435"/>
                </a:lnTo>
                <a:lnTo>
                  <a:pt x="111442" y="1130"/>
                </a:lnTo>
                <a:lnTo>
                  <a:pt x="70154" y="1397"/>
                </a:lnTo>
                <a:lnTo>
                  <a:pt x="64630" y="5600"/>
                </a:lnTo>
                <a:lnTo>
                  <a:pt x="63627" y="22288"/>
                </a:lnTo>
                <a:lnTo>
                  <a:pt x="69342" y="27863"/>
                </a:lnTo>
                <a:lnTo>
                  <a:pt x="86690" y="28359"/>
                </a:lnTo>
                <a:lnTo>
                  <a:pt x="110667" y="28282"/>
                </a:lnTo>
                <a:lnTo>
                  <a:pt x="152514" y="28105"/>
                </a:lnTo>
                <a:lnTo>
                  <a:pt x="158432" y="23888"/>
                </a:lnTo>
                <a:lnTo>
                  <a:pt x="158457" y="5892"/>
                </a:lnTo>
                <a:close/>
              </a:path>
            </a:pathLst>
          </a:custGeom>
          <a:solidFill>
            <a:srgbClr val="FFFFFF">
              <a:alpha val="50196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12207862" y="5037562"/>
            <a:ext cx="523875" cy="928369"/>
          </a:xfrm>
          <a:custGeom>
            <a:rect b="b" l="l" r="r" t="t"/>
            <a:pathLst>
              <a:path extrusionOk="0" h="928370" w="523875">
                <a:moveTo>
                  <a:pt x="465289" y="480212"/>
                </a:moveTo>
                <a:lnTo>
                  <a:pt x="464629" y="469849"/>
                </a:lnTo>
                <a:lnTo>
                  <a:pt x="460768" y="464337"/>
                </a:lnTo>
                <a:lnTo>
                  <a:pt x="444017" y="463296"/>
                </a:lnTo>
                <a:lnTo>
                  <a:pt x="438810" y="469049"/>
                </a:lnTo>
                <a:lnTo>
                  <a:pt x="438023" y="481279"/>
                </a:lnTo>
                <a:lnTo>
                  <a:pt x="438150" y="484060"/>
                </a:lnTo>
                <a:lnTo>
                  <a:pt x="438150" y="734580"/>
                </a:lnTo>
                <a:lnTo>
                  <a:pt x="86144" y="734580"/>
                </a:lnTo>
                <a:lnTo>
                  <a:pt x="86067" y="652221"/>
                </a:lnTo>
                <a:lnTo>
                  <a:pt x="80949" y="645833"/>
                </a:lnTo>
                <a:lnTo>
                  <a:pt x="63957" y="646366"/>
                </a:lnTo>
                <a:lnTo>
                  <a:pt x="59169" y="652627"/>
                </a:lnTo>
                <a:lnTo>
                  <a:pt x="59093" y="740410"/>
                </a:lnTo>
                <a:lnTo>
                  <a:pt x="59905" y="751662"/>
                </a:lnTo>
                <a:lnTo>
                  <a:pt x="63030" y="758342"/>
                </a:lnTo>
                <a:lnTo>
                  <a:pt x="69570" y="761555"/>
                </a:lnTo>
                <a:lnTo>
                  <a:pt x="80581" y="762381"/>
                </a:lnTo>
                <a:lnTo>
                  <a:pt x="444017" y="762381"/>
                </a:lnTo>
                <a:lnTo>
                  <a:pt x="454761" y="761542"/>
                </a:lnTo>
                <a:lnTo>
                  <a:pt x="461225" y="758367"/>
                </a:lnTo>
                <a:lnTo>
                  <a:pt x="464375" y="751903"/>
                </a:lnTo>
                <a:lnTo>
                  <a:pt x="465201" y="741146"/>
                </a:lnTo>
                <a:lnTo>
                  <a:pt x="465289" y="480212"/>
                </a:lnTo>
                <a:close/>
              </a:path>
              <a:path extrusionOk="0" h="928370" w="523875">
                <a:moveTo>
                  <a:pt x="466217" y="422948"/>
                </a:moveTo>
                <a:lnTo>
                  <a:pt x="465188" y="418388"/>
                </a:lnTo>
                <a:lnTo>
                  <a:pt x="465201" y="147764"/>
                </a:lnTo>
                <a:lnTo>
                  <a:pt x="464312" y="137147"/>
                </a:lnTo>
                <a:lnTo>
                  <a:pt x="461060" y="130657"/>
                </a:lnTo>
                <a:lnTo>
                  <a:pt x="454545" y="127431"/>
                </a:lnTo>
                <a:lnTo>
                  <a:pt x="443839" y="126555"/>
                </a:lnTo>
                <a:lnTo>
                  <a:pt x="80340" y="126555"/>
                </a:lnTo>
                <a:lnTo>
                  <a:pt x="69684" y="127431"/>
                </a:lnTo>
                <a:lnTo>
                  <a:pt x="63207" y="130670"/>
                </a:lnTo>
                <a:lnTo>
                  <a:pt x="59969" y="137185"/>
                </a:lnTo>
                <a:lnTo>
                  <a:pt x="59093" y="147878"/>
                </a:lnTo>
                <a:lnTo>
                  <a:pt x="59093" y="600430"/>
                </a:lnTo>
                <a:lnTo>
                  <a:pt x="58864" y="603592"/>
                </a:lnTo>
                <a:lnTo>
                  <a:pt x="60731" y="614083"/>
                </a:lnTo>
                <a:lnTo>
                  <a:pt x="65392" y="618312"/>
                </a:lnTo>
                <a:lnTo>
                  <a:pt x="80149" y="618032"/>
                </a:lnTo>
                <a:lnTo>
                  <a:pt x="84620" y="613892"/>
                </a:lnTo>
                <a:lnTo>
                  <a:pt x="86360" y="602818"/>
                </a:lnTo>
                <a:lnTo>
                  <a:pt x="86131" y="598614"/>
                </a:lnTo>
                <a:lnTo>
                  <a:pt x="86156" y="154305"/>
                </a:lnTo>
                <a:lnTo>
                  <a:pt x="438150" y="154305"/>
                </a:lnTo>
                <a:lnTo>
                  <a:pt x="438162" y="417639"/>
                </a:lnTo>
                <a:lnTo>
                  <a:pt x="437134" y="422376"/>
                </a:lnTo>
                <a:lnTo>
                  <a:pt x="441985" y="429323"/>
                </a:lnTo>
                <a:lnTo>
                  <a:pt x="447116" y="435241"/>
                </a:lnTo>
                <a:lnTo>
                  <a:pt x="455790" y="434797"/>
                </a:lnTo>
                <a:lnTo>
                  <a:pt x="460844" y="429336"/>
                </a:lnTo>
                <a:lnTo>
                  <a:pt x="466217" y="422948"/>
                </a:lnTo>
                <a:close/>
              </a:path>
              <a:path extrusionOk="0" h="928370" w="523875">
                <a:moveTo>
                  <a:pt x="523328" y="846188"/>
                </a:moveTo>
                <a:lnTo>
                  <a:pt x="523316" y="465099"/>
                </a:lnTo>
                <a:lnTo>
                  <a:pt x="523278" y="81940"/>
                </a:lnTo>
                <a:lnTo>
                  <a:pt x="500900" y="22428"/>
                </a:lnTo>
                <a:lnTo>
                  <a:pt x="441502" y="12"/>
                </a:lnTo>
                <a:lnTo>
                  <a:pt x="83197" y="0"/>
                </a:lnTo>
                <a:lnTo>
                  <a:pt x="49276" y="5854"/>
                </a:lnTo>
                <a:lnTo>
                  <a:pt x="23393" y="22466"/>
                </a:lnTo>
                <a:lnTo>
                  <a:pt x="6858" y="48488"/>
                </a:lnTo>
                <a:lnTo>
                  <a:pt x="1003" y="82575"/>
                </a:lnTo>
                <a:lnTo>
                  <a:pt x="990" y="218224"/>
                </a:lnTo>
                <a:lnTo>
                  <a:pt x="0" y="222275"/>
                </a:lnTo>
                <a:lnTo>
                  <a:pt x="9829" y="234962"/>
                </a:lnTo>
                <a:lnTo>
                  <a:pt x="18554" y="235204"/>
                </a:lnTo>
                <a:lnTo>
                  <a:pt x="23736" y="229171"/>
                </a:lnTo>
                <a:lnTo>
                  <a:pt x="28994" y="222631"/>
                </a:lnTo>
                <a:lnTo>
                  <a:pt x="28028" y="218147"/>
                </a:lnTo>
                <a:lnTo>
                  <a:pt x="28041" y="86296"/>
                </a:lnTo>
                <a:lnTo>
                  <a:pt x="31686" y="60248"/>
                </a:lnTo>
                <a:lnTo>
                  <a:pt x="42672" y="41744"/>
                </a:lnTo>
                <a:lnTo>
                  <a:pt x="61061" y="30695"/>
                </a:lnTo>
                <a:lnTo>
                  <a:pt x="86956" y="27038"/>
                </a:lnTo>
                <a:lnTo>
                  <a:pt x="436981" y="27038"/>
                </a:lnTo>
                <a:lnTo>
                  <a:pt x="463042" y="30670"/>
                </a:lnTo>
                <a:lnTo>
                  <a:pt x="481545" y="41643"/>
                </a:lnTo>
                <a:lnTo>
                  <a:pt x="492582" y="60032"/>
                </a:lnTo>
                <a:lnTo>
                  <a:pt x="496239" y="85940"/>
                </a:lnTo>
                <a:lnTo>
                  <a:pt x="496239" y="841908"/>
                </a:lnTo>
                <a:lnTo>
                  <a:pt x="492594" y="867905"/>
                </a:lnTo>
                <a:lnTo>
                  <a:pt x="481596" y="886345"/>
                </a:lnTo>
                <a:lnTo>
                  <a:pt x="463156" y="897356"/>
                </a:lnTo>
                <a:lnTo>
                  <a:pt x="437172" y="901001"/>
                </a:lnTo>
                <a:lnTo>
                  <a:pt x="87147" y="901001"/>
                </a:lnTo>
                <a:lnTo>
                  <a:pt x="42722" y="886371"/>
                </a:lnTo>
                <a:lnTo>
                  <a:pt x="28092" y="841933"/>
                </a:lnTo>
                <a:lnTo>
                  <a:pt x="28054" y="282397"/>
                </a:lnTo>
                <a:lnTo>
                  <a:pt x="29083" y="276948"/>
                </a:lnTo>
                <a:lnTo>
                  <a:pt x="24117" y="269405"/>
                </a:lnTo>
                <a:lnTo>
                  <a:pt x="18618" y="264160"/>
                </a:lnTo>
                <a:lnTo>
                  <a:pt x="10020" y="264299"/>
                </a:lnTo>
                <a:lnTo>
                  <a:pt x="5359" y="269963"/>
                </a:lnTo>
                <a:lnTo>
                  <a:pt x="254" y="275564"/>
                </a:lnTo>
                <a:lnTo>
                  <a:pt x="1003" y="279285"/>
                </a:lnTo>
                <a:lnTo>
                  <a:pt x="1041" y="847458"/>
                </a:lnTo>
                <a:lnTo>
                  <a:pt x="6896" y="880110"/>
                </a:lnTo>
                <a:lnTo>
                  <a:pt x="23291" y="905548"/>
                </a:lnTo>
                <a:lnTo>
                  <a:pt x="48564" y="922058"/>
                </a:lnTo>
                <a:lnTo>
                  <a:pt x="81038" y="927989"/>
                </a:lnTo>
                <a:lnTo>
                  <a:pt x="236372" y="928154"/>
                </a:lnTo>
                <a:lnTo>
                  <a:pt x="443484" y="927696"/>
                </a:lnTo>
                <a:lnTo>
                  <a:pt x="499706" y="906449"/>
                </a:lnTo>
                <a:lnTo>
                  <a:pt x="520839" y="869454"/>
                </a:lnTo>
                <a:lnTo>
                  <a:pt x="523328" y="846188"/>
                </a:lnTo>
                <a:close/>
              </a:path>
            </a:pathLst>
          </a:custGeom>
          <a:solidFill>
            <a:srgbClr val="FFFFFF">
              <a:alpha val="25098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1" name="Google Shape;51;p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2417651" y="5816122"/>
            <a:ext cx="104847" cy="105420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4"/>
          <p:cNvSpPr/>
          <p:nvPr/>
        </p:nvSpPr>
        <p:spPr>
          <a:xfrm>
            <a:off x="12390692" y="5100922"/>
            <a:ext cx="158750" cy="28575"/>
          </a:xfrm>
          <a:custGeom>
            <a:rect b="b" l="l" r="r" t="t"/>
            <a:pathLst>
              <a:path extrusionOk="0" h="28575" w="158750">
                <a:moveTo>
                  <a:pt x="51943" y="21336"/>
                </a:moveTo>
                <a:lnTo>
                  <a:pt x="49415" y="9906"/>
                </a:lnTo>
                <a:lnTo>
                  <a:pt x="44945" y="4660"/>
                </a:lnTo>
                <a:lnTo>
                  <a:pt x="36461" y="0"/>
                </a:lnTo>
                <a:lnTo>
                  <a:pt x="30480" y="1181"/>
                </a:lnTo>
                <a:lnTo>
                  <a:pt x="25704" y="876"/>
                </a:lnTo>
                <a:lnTo>
                  <a:pt x="20485" y="1168"/>
                </a:lnTo>
                <a:lnTo>
                  <a:pt x="15595" y="977"/>
                </a:lnTo>
                <a:lnTo>
                  <a:pt x="3848" y="3073"/>
                </a:lnTo>
                <a:lnTo>
                  <a:pt x="0" y="7848"/>
                </a:lnTo>
                <a:lnTo>
                  <a:pt x="292" y="21983"/>
                </a:lnTo>
                <a:lnTo>
                  <a:pt x="4114" y="27190"/>
                </a:lnTo>
                <a:lnTo>
                  <a:pt x="11252" y="27698"/>
                </a:lnTo>
                <a:lnTo>
                  <a:pt x="18465" y="28092"/>
                </a:lnTo>
                <a:lnTo>
                  <a:pt x="25704" y="28219"/>
                </a:lnTo>
                <a:lnTo>
                  <a:pt x="32931" y="28067"/>
                </a:lnTo>
                <a:lnTo>
                  <a:pt x="40144" y="27622"/>
                </a:lnTo>
                <a:lnTo>
                  <a:pt x="47256" y="27000"/>
                </a:lnTo>
                <a:lnTo>
                  <a:pt x="51943" y="21336"/>
                </a:lnTo>
                <a:close/>
              </a:path>
              <a:path extrusionOk="0" h="28575" w="158750">
                <a:moveTo>
                  <a:pt x="158457" y="5892"/>
                </a:moveTo>
                <a:lnTo>
                  <a:pt x="152755" y="1435"/>
                </a:lnTo>
                <a:lnTo>
                  <a:pt x="111429" y="1130"/>
                </a:lnTo>
                <a:lnTo>
                  <a:pt x="70142" y="1384"/>
                </a:lnTo>
                <a:lnTo>
                  <a:pt x="64630" y="5600"/>
                </a:lnTo>
                <a:lnTo>
                  <a:pt x="63614" y="22275"/>
                </a:lnTo>
                <a:lnTo>
                  <a:pt x="69342" y="27863"/>
                </a:lnTo>
                <a:lnTo>
                  <a:pt x="86677" y="28359"/>
                </a:lnTo>
                <a:lnTo>
                  <a:pt x="110667" y="28282"/>
                </a:lnTo>
                <a:lnTo>
                  <a:pt x="152501" y="28105"/>
                </a:lnTo>
                <a:lnTo>
                  <a:pt x="158419" y="23876"/>
                </a:lnTo>
                <a:lnTo>
                  <a:pt x="158457" y="5892"/>
                </a:lnTo>
                <a:close/>
              </a:path>
            </a:pathLst>
          </a:custGeom>
          <a:solidFill>
            <a:srgbClr val="FFFFFF">
              <a:alpha val="25098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13879742" y="9025159"/>
            <a:ext cx="523875" cy="928369"/>
          </a:xfrm>
          <a:custGeom>
            <a:rect b="b" l="l" r="r" t="t"/>
            <a:pathLst>
              <a:path extrusionOk="0" h="928370" w="523875">
                <a:moveTo>
                  <a:pt x="465289" y="480212"/>
                </a:moveTo>
                <a:lnTo>
                  <a:pt x="464629" y="469849"/>
                </a:lnTo>
                <a:lnTo>
                  <a:pt x="460768" y="464337"/>
                </a:lnTo>
                <a:lnTo>
                  <a:pt x="444017" y="463296"/>
                </a:lnTo>
                <a:lnTo>
                  <a:pt x="438810" y="469049"/>
                </a:lnTo>
                <a:lnTo>
                  <a:pt x="438023" y="481279"/>
                </a:lnTo>
                <a:lnTo>
                  <a:pt x="438150" y="484047"/>
                </a:lnTo>
                <a:lnTo>
                  <a:pt x="438150" y="734568"/>
                </a:lnTo>
                <a:lnTo>
                  <a:pt x="86144" y="734568"/>
                </a:lnTo>
                <a:lnTo>
                  <a:pt x="86067" y="652221"/>
                </a:lnTo>
                <a:lnTo>
                  <a:pt x="80949" y="645833"/>
                </a:lnTo>
                <a:lnTo>
                  <a:pt x="63957" y="646366"/>
                </a:lnTo>
                <a:lnTo>
                  <a:pt x="59169" y="652627"/>
                </a:lnTo>
                <a:lnTo>
                  <a:pt x="59093" y="740397"/>
                </a:lnTo>
                <a:lnTo>
                  <a:pt x="59905" y="751649"/>
                </a:lnTo>
                <a:lnTo>
                  <a:pt x="63030" y="758342"/>
                </a:lnTo>
                <a:lnTo>
                  <a:pt x="69570" y="761555"/>
                </a:lnTo>
                <a:lnTo>
                  <a:pt x="80594" y="762381"/>
                </a:lnTo>
                <a:lnTo>
                  <a:pt x="444017" y="762381"/>
                </a:lnTo>
                <a:lnTo>
                  <a:pt x="454761" y="761530"/>
                </a:lnTo>
                <a:lnTo>
                  <a:pt x="461225" y="758367"/>
                </a:lnTo>
                <a:lnTo>
                  <a:pt x="464375" y="751890"/>
                </a:lnTo>
                <a:lnTo>
                  <a:pt x="465201" y="741146"/>
                </a:lnTo>
                <a:lnTo>
                  <a:pt x="465289" y="480212"/>
                </a:lnTo>
                <a:close/>
              </a:path>
              <a:path extrusionOk="0" h="928370" w="523875">
                <a:moveTo>
                  <a:pt x="466217" y="422948"/>
                </a:moveTo>
                <a:lnTo>
                  <a:pt x="465188" y="418376"/>
                </a:lnTo>
                <a:lnTo>
                  <a:pt x="465201" y="147764"/>
                </a:lnTo>
                <a:lnTo>
                  <a:pt x="464324" y="137134"/>
                </a:lnTo>
                <a:lnTo>
                  <a:pt x="461073" y="130657"/>
                </a:lnTo>
                <a:lnTo>
                  <a:pt x="454545" y="127431"/>
                </a:lnTo>
                <a:lnTo>
                  <a:pt x="443839" y="126542"/>
                </a:lnTo>
                <a:lnTo>
                  <a:pt x="80340" y="126542"/>
                </a:lnTo>
                <a:lnTo>
                  <a:pt x="69697" y="127431"/>
                </a:lnTo>
                <a:lnTo>
                  <a:pt x="63207" y="130670"/>
                </a:lnTo>
                <a:lnTo>
                  <a:pt x="59969" y="137185"/>
                </a:lnTo>
                <a:lnTo>
                  <a:pt x="59093" y="147866"/>
                </a:lnTo>
                <a:lnTo>
                  <a:pt x="59093" y="600417"/>
                </a:lnTo>
                <a:lnTo>
                  <a:pt x="58864" y="603592"/>
                </a:lnTo>
                <a:lnTo>
                  <a:pt x="60731" y="614070"/>
                </a:lnTo>
                <a:lnTo>
                  <a:pt x="65392" y="618299"/>
                </a:lnTo>
                <a:lnTo>
                  <a:pt x="80162" y="618032"/>
                </a:lnTo>
                <a:lnTo>
                  <a:pt x="84620" y="613879"/>
                </a:lnTo>
                <a:lnTo>
                  <a:pt x="86360" y="602805"/>
                </a:lnTo>
                <a:lnTo>
                  <a:pt x="86131" y="598601"/>
                </a:lnTo>
                <a:lnTo>
                  <a:pt x="86156" y="154292"/>
                </a:lnTo>
                <a:lnTo>
                  <a:pt x="438150" y="154292"/>
                </a:lnTo>
                <a:lnTo>
                  <a:pt x="438162" y="417639"/>
                </a:lnTo>
                <a:lnTo>
                  <a:pt x="437134" y="422376"/>
                </a:lnTo>
                <a:lnTo>
                  <a:pt x="441985" y="429310"/>
                </a:lnTo>
                <a:lnTo>
                  <a:pt x="447116" y="435241"/>
                </a:lnTo>
                <a:lnTo>
                  <a:pt x="455790" y="434784"/>
                </a:lnTo>
                <a:lnTo>
                  <a:pt x="460832" y="429323"/>
                </a:lnTo>
                <a:lnTo>
                  <a:pt x="466217" y="422948"/>
                </a:lnTo>
                <a:close/>
              </a:path>
              <a:path extrusionOk="0" h="928370" w="523875">
                <a:moveTo>
                  <a:pt x="523328" y="846175"/>
                </a:moveTo>
                <a:lnTo>
                  <a:pt x="523316" y="465086"/>
                </a:lnTo>
                <a:lnTo>
                  <a:pt x="523278" y="81927"/>
                </a:lnTo>
                <a:lnTo>
                  <a:pt x="500900" y="22415"/>
                </a:lnTo>
                <a:lnTo>
                  <a:pt x="441502" y="0"/>
                </a:lnTo>
                <a:lnTo>
                  <a:pt x="83185" y="0"/>
                </a:lnTo>
                <a:lnTo>
                  <a:pt x="23393" y="22466"/>
                </a:lnTo>
                <a:lnTo>
                  <a:pt x="1003" y="82562"/>
                </a:lnTo>
                <a:lnTo>
                  <a:pt x="990" y="218224"/>
                </a:lnTo>
                <a:lnTo>
                  <a:pt x="0" y="222275"/>
                </a:lnTo>
                <a:lnTo>
                  <a:pt x="9829" y="234950"/>
                </a:lnTo>
                <a:lnTo>
                  <a:pt x="18567" y="235191"/>
                </a:lnTo>
                <a:lnTo>
                  <a:pt x="23736" y="229158"/>
                </a:lnTo>
                <a:lnTo>
                  <a:pt x="29006" y="222631"/>
                </a:lnTo>
                <a:lnTo>
                  <a:pt x="28028" y="218135"/>
                </a:lnTo>
                <a:lnTo>
                  <a:pt x="28054" y="86283"/>
                </a:lnTo>
                <a:lnTo>
                  <a:pt x="31699" y="60236"/>
                </a:lnTo>
                <a:lnTo>
                  <a:pt x="42672" y="41732"/>
                </a:lnTo>
                <a:lnTo>
                  <a:pt x="61061" y="30695"/>
                </a:lnTo>
                <a:lnTo>
                  <a:pt x="86956" y="27025"/>
                </a:lnTo>
                <a:lnTo>
                  <a:pt x="436994" y="27025"/>
                </a:lnTo>
                <a:lnTo>
                  <a:pt x="463042" y="30670"/>
                </a:lnTo>
                <a:lnTo>
                  <a:pt x="481545" y="41643"/>
                </a:lnTo>
                <a:lnTo>
                  <a:pt x="492582" y="60032"/>
                </a:lnTo>
                <a:lnTo>
                  <a:pt x="496239" y="85928"/>
                </a:lnTo>
                <a:lnTo>
                  <a:pt x="496239" y="841908"/>
                </a:lnTo>
                <a:lnTo>
                  <a:pt x="492594" y="867892"/>
                </a:lnTo>
                <a:lnTo>
                  <a:pt x="481596" y="886345"/>
                </a:lnTo>
                <a:lnTo>
                  <a:pt x="463156" y="897343"/>
                </a:lnTo>
                <a:lnTo>
                  <a:pt x="437172" y="900988"/>
                </a:lnTo>
                <a:lnTo>
                  <a:pt x="87147" y="900988"/>
                </a:lnTo>
                <a:lnTo>
                  <a:pt x="42722" y="886358"/>
                </a:lnTo>
                <a:lnTo>
                  <a:pt x="28092" y="841921"/>
                </a:lnTo>
                <a:lnTo>
                  <a:pt x="28054" y="282397"/>
                </a:lnTo>
                <a:lnTo>
                  <a:pt x="29083" y="276936"/>
                </a:lnTo>
                <a:lnTo>
                  <a:pt x="24117" y="269405"/>
                </a:lnTo>
                <a:lnTo>
                  <a:pt x="18618" y="264160"/>
                </a:lnTo>
                <a:lnTo>
                  <a:pt x="10020" y="264287"/>
                </a:lnTo>
                <a:lnTo>
                  <a:pt x="5359" y="269951"/>
                </a:lnTo>
                <a:lnTo>
                  <a:pt x="254" y="275551"/>
                </a:lnTo>
                <a:lnTo>
                  <a:pt x="1003" y="279273"/>
                </a:lnTo>
                <a:lnTo>
                  <a:pt x="1041" y="847445"/>
                </a:lnTo>
                <a:lnTo>
                  <a:pt x="6896" y="880110"/>
                </a:lnTo>
                <a:lnTo>
                  <a:pt x="23291" y="905535"/>
                </a:lnTo>
                <a:lnTo>
                  <a:pt x="48564" y="922058"/>
                </a:lnTo>
                <a:lnTo>
                  <a:pt x="81038" y="927976"/>
                </a:lnTo>
                <a:lnTo>
                  <a:pt x="236372" y="928154"/>
                </a:lnTo>
                <a:lnTo>
                  <a:pt x="443496" y="927696"/>
                </a:lnTo>
                <a:lnTo>
                  <a:pt x="499706" y="906437"/>
                </a:lnTo>
                <a:lnTo>
                  <a:pt x="520839" y="869454"/>
                </a:lnTo>
                <a:lnTo>
                  <a:pt x="523328" y="846175"/>
                </a:lnTo>
                <a:close/>
              </a:path>
            </a:pathLst>
          </a:custGeom>
          <a:solidFill>
            <a:srgbClr val="FFFFFF">
              <a:alpha val="50196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4" name="Google Shape;54;p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4089531" y="9803712"/>
            <a:ext cx="104847" cy="10542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4"/>
          <p:cNvSpPr/>
          <p:nvPr/>
        </p:nvSpPr>
        <p:spPr>
          <a:xfrm>
            <a:off x="14062571" y="2129948"/>
            <a:ext cx="2822575" cy="6987540"/>
          </a:xfrm>
          <a:custGeom>
            <a:rect b="b" l="l" r="r" t="t"/>
            <a:pathLst>
              <a:path extrusionOk="0" h="6987540" w="2822575">
                <a:moveTo>
                  <a:pt x="51930" y="6979894"/>
                </a:moveTo>
                <a:lnTo>
                  <a:pt x="49415" y="6968477"/>
                </a:lnTo>
                <a:lnTo>
                  <a:pt x="44945" y="6963232"/>
                </a:lnTo>
                <a:lnTo>
                  <a:pt x="36461" y="6958558"/>
                </a:lnTo>
                <a:lnTo>
                  <a:pt x="30492" y="6959740"/>
                </a:lnTo>
                <a:lnTo>
                  <a:pt x="25717" y="6959435"/>
                </a:lnTo>
                <a:lnTo>
                  <a:pt x="20485" y="6959740"/>
                </a:lnTo>
                <a:lnTo>
                  <a:pt x="15595" y="6959549"/>
                </a:lnTo>
                <a:lnTo>
                  <a:pt x="3848" y="6961645"/>
                </a:lnTo>
                <a:lnTo>
                  <a:pt x="0" y="6966420"/>
                </a:lnTo>
                <a:lnTo>
                  <a:pt x="292" y="6980555"/>
                </a:lnTo>
                <a:lnTo>
                  <a:pt x="4114" y="6985749"/>
                </a:lnTo>
                <a:lnTo>
                  <a:pt x="11239" y="6986270"/>
                </a:lnTo>
                <a:lnTo>
                  <a:pt x="18453" y="6986664"/>
                </a:lnTo>
                <a:lnTo>
                  <a:pt x="25704" y="6986791"/>
                </a:lnTo>
                <a:lnTo>
                  <a:pt x="32931" y="6986638"/>
                </a:lnTo>
                <a:lnTo>
                  <a:pt x="40144" y="6986181"/>
                </a:lnTo>
                <a:lnTo>
                  <a:pt x="47256" y="6985571"/>
                </a:lnTo>
                <a:lnTo>
                  <a:pt x="51930" y="6979894"/>
                </a:lnTo>
                <a:close/>
              </a:path>
              <a:path extrusionOk="0" h="6987540" w="2822575">
                <a:moveTo>
                  <a:pt x="158457" y="6964451"/>
                </a:moveTo>
                <a:lnTo>
                  <a:pt x="152755" y="6959994"/>
                </a:lnTo>
                <a:lnTo>
                  <a:pt x="111429" y="6959689"/>
                </a:lnTo>
                <a:lnTo>
                  <a:pt x="70142" y="6959955"/>
                </a:lnTo>
                <a:lnTo>
                  <a:pt x="64630" y="6964159"/>
                </a:lnTo>
                <a:lnTo>
                  <a:pt x="63627" y="6980847"/>
                </a:lnTo>
                <a:lnTo>
                  <a:pt x="69342" y="6986422"/>
                </a:lnTo>
                <a:lnTo>
                  <a:pt x="86677" y="6986918"/>
                </a:lnTo>
                <a:lnTo>
                  <a:pt x="110667" y="6986841"/>
                </a:lnTo>
                <a:lnTo>
                  <a:pt x="152501" y="6986664"/>
                </a:lnTo>
                <a:lnTo>
                  <a:pt x="158419" y="6982447"/>
                </a:lnTo>
                <a:lnTo>
                  <a:pt x="158457" y="6964451"/>
                </a:lnTo>
                <a:close/>
              </a:path>
              <a:path extrusionOk="0" h="6987540" w="2822575">
                <a:moveTo>
                  <a:pt x="2764320" y="480212"/>
                </a:moveTo>
                <a:lnTo>
                  <a:pt x="2763659" y="469849"/>
                </a:lnTo>
                <a:lnTo>
                  <a:pt x="2759799" y="464337"/>
                </a:lnTo>
                <a:lnTo>
                  <a:pt x="2743047" y="463296"/>
                </a:lnTo>
                <a:lnTo>
                  <a:pt x="2737840" y="469049"/>
                </a:lnTo>
                <a:lnTo>
                  <a:pt x="2737053" y="481279"/>
                </a:lnTo>
                <a:lnTo>
                  <a:pt x="2737180" y="484060"/>
                </a:lnTo>
                <a:lnTo>
                  <a:pt x="2737180" y="734568"/>
                </a:lnTo>
                <a:lnTo>
                  <a:pt x="2385174" y="734568"/>
                </a:lnTo>
                <a:lnTo>
                  <a:pt x="2385098" y="652221"/>
                </a:lnTo>
                <a:lnTo>
                  <a:pt x="2379980" y="645820"/>
                </a:lnTo>
                <a:lnTo>
                  <a:pt x="2362987" y="646366"/>
                </a:lnTo>
                <a:lnTo>
                  <a:pt x="2358199" y="652627"/>
                </a:lnTo>
                <a:lnTo>
                  <a:pt x="2358123" y="740410"/>
                </a:lnTo>
                <a:lnTo>
                  <a:pt x="2358936" y="751649"/>
                </a:lnTo>
                <a:lnTo>
                  <a:pt x="2362060" y="758342"/>
                </a:lnTo>
                <a:lnTo>
                  <a:pt x="2368600" y="761555"/>
                </a:lnTo>
                <a:lnTo>
                  <a:pt x="2379624" y="762381"/>
                </a:lnTo>
                <a:lnTo>
                  <a:pt x="2743047" y="762381"/>
                </a:lnTo>
                <a:lnTo>
                  <a:pt x="2753791" y="761542"/>
                </a:lnTo>
                <a:lnTo>
                  <a:pt x="2760256" y="758367"/>
                </a:lnTo>
                <a:lnTo>
                  <a:pt x="2763405" y="751903"/>
                </a:lnTo>
                <a:lnTo>
                  <a:pt x="2764231" y="741146"/>
                </a:lnTo>
                <a:lnTo>
                  <a:pt x="2764320" y="480212"/>
                </a:lnTo>
                <a:close/>
              </a:path>
              <a:path extrusionOk="0" h="6987540" w="2822575">
                <a:moveTo>
                  <a:pt x="2765247" y="422948"/>
                </a:moveTo>
                <a:lnTo>
                  <a:pt x="2764218" y="418388"/>
                </a:lnTo>
                <a:lnTo>
                  <a:pt x="2764231" y="147764"/>
                </a:lnTo>
                <a:lnTo>
                  <a:pt x="2763355" y="137134"/>
                </a:lnTo>
                <a:lnTo>
                  <a:pt x="2760103" y="130657"/>
                </a:lnTo>
                <a:lnTo>
                  <a:pt x="2753576" y="127431"/>
                </a:lnTo>
                <a:lnTo>
                  <a:pt x="2742869" y="126555"/>
                </a:lnTo>
                <a:lnTo>
                  <a:pt x="2379370" y="126555"/>
                </a:lnTo>
                <a:lnTo>
                  <a:pt x="2368727" y="127431"/>
                </a:lnTo>
                <a:lnTo>
                  <a:pt x="2362238" y="130670"/>
                </a:lnTo>
                <a:lnTo>
                  <a:pt x="2358999" y="137185"/>
                </a:lnTo>
                <a:lnTo>
                  <a:pt x="2358136" y="147866"/>
                </a:lnTo>
                <a:lnTo>
                  <a:pt x="2358136" y="600417"/>
                </a:lnTo>
                <a:lnTo>
                  <a:pt x="2357894" y="603592"/>
                </a:lnTo>
                <a:lnTo>
                  <a:pt x="2359761" y="614070"/>
                </a:lnTo>
                <a:lnTo>
                  <a:pt x="2364422" y="618312"/>
                </a:lnTo>
                <a:lnTo>
                  <a:pt x="2379192" y="618032"/>
                </a:lnTo>
                <a:lnTo>
                  <a:pt x="2383650" y="613892"/>
                </a:lnTo>
                <a:lnTo>
                  <a:pt x="2385390" y="602805"/>
                </a:lnTo>
                <a:lnTo>
                  <a:pt x="2385161" y="598614"/>
                </a:lnTo>
                <a:lnTo>
                  <a:pt x="2385187" y="154305"/>
                </a:lnTo>
                <a:lnTo>
                  <a:pt x="2737180" y="154305"/>
                </a:lnTo>
                <a:lnTo>
                  <a:pt x="2737193" y="417639"/>
                </a:lnTo>
                <a:lnTo>
                  <a:pt x="2736164" y="422376"/>
                </a:lnTo>
                <a:lnTo>
                  <a:pt x="2741015" y="429310"/>
                </a:lnTo>
                <a:lnTo>
                  <a:pt x="2746146" y="435241"/>
                </a:lnTo>
                <a:lnTo>
                  <a:pt x="2754820" y="434797"/>
                </a:lnTo>
                <a:lnTo>
                  <a:pt x="2759875" y="429323"/>
                </a:lnTo>
                <a:lnTo>
                  <a:pt x="2765247" y="422948"/>
                </a:lnTo>
                <a:close/>
              </a:path>
              <a:path extrusionOk="0" h="6987540" w="2822575">
                <a:moveTo>
                  <a:pt x="2822359" y="846175"/>
                </a:moveTo>
                <a:lnTo>
                  <a:pt x="2822346" y="465099"/>
                </a:lnTo>
                <a:lnTo>
                  <a:pt x="2822308" y="81927"/>
                </a:lnTo>
                <a:lnTo>
                  <a:pt x="2799931" y="22415"/>
                </a:lnTo>
                <a:lnTo>
                  <a:pt x="2740533" y="12"/>
                </a:lnTo>
                <a:lnTo>
                  <a:pt x="2382228" y="0"/>
                </a:lnTo>
                <a:lnTo>
                  <a:pt x="2348306" y="5854"/>
                </a:lnTo>
                <a:lnTo>
                  <a:pt x="2322423" y="22466"/>
                </a:lnTo>
                <a:lnTo>
                  <a:pt x="2305888" y="48488"/>
                </a:lnTo>
                <a:lnTo>
                  <a:pt x="2300033" y="82575"/>
                </a:lnTo>
                <a:lnTo>
                  <a:pt x="2300020" y="218224"/>
                </a:lnTo>
                <a:lnTo>
                  <a:pt x="2299030" y="222275"/>
                </a:lnTo>
                <a:lnTo>
                  <a:pt x="2308860" y="234950"/>
                </a:lnTo>
                <a:lnTo>
                  <a:pt x="2317597" y="235191"/>
                </a:lnTo>
                <a:lnTo>
                  <a:pt x="2322766" y="229158"/>
                </a:lnTo>
                <a:lnTo>
                  <a:pt x="2328037" y="222631"/>
                </a:lnTo>
                <a:lnTo>
                  <a:pt x="2327059" y="218135"/>
                </a:lnTo>
                <a:lnTo>
                  <a:pt x="2327084" y="86283"/>
                </a:lnTo>
                <a:lnTo>
                  <a:pt x="2330729" y="60248"/>
                </a:lnTo>
                <a:lnTo>
                  <a:pt x="2341702" y="41744"/>
                </a:lnTo>
                <a:lnTo>
                  <a:pt x="2360091" y="30695"/>
                </a:lnTo>
                <a:lnTo>
                  <a:pt x="2385987" y="27038"/>
                </a:lnTo>
                <a:lnTo>
                  <a:pt x="2736024" y="27038"/>
                </a:lnTo>
                <a:lnTo>
                  <a:pt x="2762072" y="30670"/>
                </a:lnTo>
                <a:lnTo>
                  <a:pt x="2780576" y="41643"/>
                </a:lnTo>
                <a:lnTo>
                  <a:pt x="2791612" y="60032"/>
                </a:lnTo>
                <a:lnTo>
                  <a:pt x="2795270" y="85928"/>
                </a:lnTo>
                <a:lnTo>
                  <a:pt x="2795270" y="841908"/>
                </a:lnTo>
                <a:lnTo>
                  <a:pt x="2791625" y="867892"/>
                </a:lnTo>
                <a:lnTo>
                  <a:pt x="2780627" y="886345"/>
                </a:lnTo>
                <a:lnTo>
                  <a:pt x="2762186" y="897343"/>
                </a:lnTo>
                <a:lnTo>
                  <a:pt x="2736202" y="901001"/>
                </a:lnTo>
                <a:lnTo>
                  <a:pt x="2386177" y="901001"/>
                </a:lnTo>
                <a:lnTo>
                  <a:pt x="2341753" y="886371"/>
                </a:lnTo>
                <a:lnTo>
                  <a:pt x="2327122" y="841933"/>
                </a:lnTo>
                <a:lnTo>
                  <a:pt x="2327084" y="282397"/>
                </a:lnTo>
                <a:lnTo>
                  <a:pt x="2328113" y="276936"/>
                </a:lnTo>
                <a:lnTo>
                  <a:pt x="2323147" y="269405"/>
                </a:lnTo>
                <a:lnTo>
                  <a:pt x="2317648" y="264160"/>
                </a:lnTo>
                <a:lnTo>
                  <a:pt x="2309050" y="264299"/>
                </a:lnTo>
                <a:lnTo>
                  <a:pt x="2304389" y="269963"/>
                </a:lnTo>
                <a:lnTo>
                  <a:pt x="2299284" y="275564"/>
                </a:lnTo>
                <a:lnTo>
                  <a:pt x="2300033" y="279273"/>
                </a:lnTo>
                <a:lnTo>
                  <a:pt x="2300071" y="847445"/>
                </a:lnTo>
                <a:lnTo>
                  <a:pt x="2305926" y="880110"/>
                </a:lnTo>
                <a:lnTo>
                  <a:pt x="2322322" y="905535"/>
                </a:lnTo>
                <a:lnTo>
                  <a:pt x="2347595" y="922058"/>
                </a:lnTo>
                <a:lnTo>
                  <a:pt x="2380069" y="927976"/>
                </a:lnTo>
                <a:lnTo>
                  <a:pt x="2535402" y="928154"/>
                </a:lnTo>
                <a:lnTo>
                  <a:pt x="2742527" y="927696"/>
                </a:lnTo>
                <a:lnTo>
                  <a:pt x="2798737" y="906449"/>
                </a:lnTo>
                <a:lnTo>
                  <a:pt x="2819870" y="869454"/>
                </a:lnTo>
                <a:lnTo>
                  <a:pt x="2822359" y="846175"/>
                </a:lnTo>
                <a:close/>
              </a:path>
            </a:pathLst>
          </a:custGeom>
          <a:solidFill>
            <a:srgbClr val="FFFFFF">
              <a:alpha val="50196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6" name="Google Shape;56;p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6571390" y="2908504"/>
            <a:ext cx="104847" cy="10542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4"/>
          <p:cNvSpPr/>
          <p:nvPr/>
        </p:nvSpPr>
        <p:spPr>
          <a:xfrm>
            <a:off x="16544430" y="2193295"/>
            <a:ext cx="158750" cy="28575"/>
          </a:xfrm>
          <a:custGeom>
            <a:rect b="b" l="l" r="r" t="t"/>
            <a:pathLst>
              <a:path extrusionOk="0" h="28575" w="158750">
                <a:moveTo>
                  <a:pt x="51930" y="21348"/>
                </a:moveTo>
                <a:lnTo>
                  <a:pt x="49415" y="9918"/>
                </a:lnTo>
                <a:lnTo>
                  <a:pt x="44932" y="4673"/>
                </a:lnTo>
                <a:lnTo>
                  <a:pt x="36461" y="0"/>
                </a:lnTo>
                <a:lnTo>
                  <a:pt x="30492" y="1193"/>
                </a:lnTo>
                <a:lnTo>
                  <a:pt x="25717" y="889"/>
                </a:lnTo>
                <a:lnTo>
                  <a:pt x="20485" y="1181"/>
                </a:lnTo>
                <a:lnTo>
                  <a:pt x="15595" y="990"/>
                </a:lnTo>
                <a:lnTo>
                  <a:pt x="3848" y="3086"/>
                </a:lnTo>
                <a:lnTo>
                  <a:pt x="0" y="7861"/>
                </a:lnTo>
                <a:lnTo>
                  <a:pt x="292" y="21996"/>
                </a:lnTo>
                <a:lnTo>
                  <a:pt x="4114" y="27203"/>
                </a:lnTo>
                <a:lnTo>
                  <a:pt x="11239" y="27711"/>
                </a:lnTo>
                <a:lnTo>
                  <a:pt x="18453" y="28105"/>
                </a:lnTo>
                <a:lnTo>
                  <a:pt x="25704" y="28232"/>
                </a:lnTo>
                <a:lnTo>
                  <a:pt x="32943" y="28079"/>
                </a:lnTo>
                <a:lnTo>
                  <a:pt x="40144" y="27622"/>
                </a:lnTo>
                <a:lnTo>
                  <a:pt x="47256" y="27025"/>
                </a:lnTo>
                <a:lnTo>
                  <a:pt x="51930" y="21348"/>
                </a:lnTo>
                <a:close/>
              </a:path>
              <a:path extrusionOk="0" h="28575" w="158750">
                <a:moveTo>
                  <a:pt x="158457" y="5905"/>
                </a:moveTo>
                <a:lnTo>
                  <a:pt x="152755" y="1435"/>
                </a:lnTo>
                <a:lnTo>
                  <a:pt x="111429" y="1143"/>
                </a:lnTo>
                <a:lnTo>
                  <a:pt x="70142" y="1397"/>
                </a:lnTo>
                <a:lnTo>
                  <a:pt x="64630" y="5613"/>
                </a:lnTo>
                <a:lnTo>
                  <a:pt x="63627" y="22288"/>
                </a:lnTo>
                <a:lnTo>
                  <a:pt x="69342" y="27863"/>
                </a:lnTo>
                <a:lnTo>
                  <a:pt x="86677" y="28359"/>
                </a:lnTo>
                <a:lnTo>
                  <a:pt x="110667" y="28282"/>
                </a:lnTo>
                <a:lnTo>
                  <a:pt x="152501" y="28105"/>
                </a:lnTo>
                <a:lnTo>
                  <a:pt x="158419" y="23888"/>
                </a:lnTo>
                <a:lnTo>
                  <a:pt x="158457" y="5905"/>
                </a:lnTo>
                <a:close/>
              </a:path>
            </a:pathLst>
          </a:custGeom>
          <a:solidFill>
            <a:srgbClr val="FFFFFF">
              <a:alpha val="50196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6091478" y="5131021"/>
            <a:ext cx="523875" cy="928369"/>
          </a:xfrm>
          <a:custGeom>
            <a:rect b="b" l="l" r="r" t="t"/>
            <a:pathLst>
              <a:path extrusionOk="0" h="928370" w="523875">
                <a:moveTo>
                  <a:pt x="465289" y="480212"/>
                </a:moveTo>
                <a:lnTo>
                  <a:pt x="464629" y="469849"/>
                </a:lnTo>
                <a:lnTo>
                  <a:pt x="460768" y="464337"/>
                </a:lnTo>
                <a:lnTo>
                  <a:pt x="444017" y="463296"/>
                </a:lnTo>
                <a:lnTo>
                  <a:pt x="438810" y="469061"/>
                </a:lnTo>
                <a:lnTo>
                  <a:pt x="438023" y="481279"/>
                </a:lnTo>
                <a:lnTo>
                  <a:pt x="438150" y="484060"/>
                </a:lnTo>
                <a:lnTo>
                  <a:pt x="438150" y="734580"/>
                </a:lnTo>
                <a:lnTo>
                  <a:pt x="86144" y="734580"/>
                </a:lnTo>
                <a:lnTo>
                  <a:pt x="86067" y="652221"/>
                </a:lnTo>
                <a:lnTo>
                  <a:pt x="80949" y="645820"/>
                </a:lnTo>
                <a:lnTo>
                  <a:pt x="63957" y="646366"/>
                </a:lnTo>
                <a:lnTo>
                  <a:pt x="59169" y="652627"/>
                </a:lnTo>
                <a:lnTo>
                  <a:pt x="59093" y="740410"/>
                </a:lnTo>
                <a:lnTo>
                  <a:pt x="59905" y="751662"/>
                </a:lnTo>
                <a:lnTo>
                  <a:pt x="63042" y="758342"/>
                </a:lnTo>
                <a:lnTo>
                  <a:pt x="69570" y="761555"/>
                </a:lnTo>
                <a:lnTo>
                  <a:pt x="80594" y="762381"/>
                </a:lnTo>
                <a:lnTo>
                  <a:pt x="444017" y="762381"/>
                </a:lnTo>
                <a:lnTo>
                  <a:pt x="454761" y="761542"/>
                </a:lnTo>
                <a:lnTo>
                  <a:pt x="461225" y="758367"/>
                </a:lnTo>
                <a:lnTo>
                  <a:pt x="464375" y="751903"/>
                </a:lnTo>
                <a:lnTo>
                  <a:pt x="465201" y="741146"/>
                </a:lnTo>
                <a:lnTo>
                  <a:pt x="465289" y="480212"/>
                </a:lnTo>
                <a:close/>
              </a:path>
              <a:path extrusionOk="0" h="928370" w="523875">
                <a:moveTo>
                  <a:pt x="466217" y="422948"/>
                </a:moveTo>
                <a:lnTo>
                  <a:pt x="465188" y="418388"/>
                </a:lnTo>
                <a:lnTo>
                  <a:pt x="465201" y="147764"/>
                </a:lnTo>
                <a:lnTo>
                  <a:pt x="464324" y="137147"/>
                </a:lnTo>
                <a:lnTo>
                  <a:pt x="461073" y="130657"/>
                </a:lnTo>
                <a:lnTo>
                  <a:pt x="454545" y="127431"/>
                </a:lnTo>
                <a:lnTo>
                  <a:pt x="443839" y="126555"/>
                </a:lnTo>
                <a:lnTo>
                  <a:pt x="80340" y="126555"/>
                </a:lnTo>
                <a:lnTo>
                  <a:pt x="69697" y="127431"/>
                </a:lnTo>
                <a:lnTo>
                  <a:pt x="63207" y="130670"/>
                </a:lnTo>
                <a:lnTo>
                  <a:pt x="59969" y="137185"/>
                </a:lnTo>
                <a:lnTo>
                  <a:pt x="59093" y="147878"/>
                </a:lnTo>
                <a:lnTo>
                  <a:pt x="59105" y="600430"/>
                </a:lnTo>
                <a:lnTo>
                  <a:pt x="58864" y="603592"/>
                </a:lnTo>
                <a:lnTo>
                  <a:pt x="60731" y="614083"/>
                </a:lnTo>
                <a:lnTo>
                  <a:pt x="65379" y="618312"/>
                </a:lnTo>
                <a:lnTo>
                  <a:pt x="80162" y="618032"/>
                </a:lnTo>
                <a:lnTo>
                  <a:pt x="84620" y="613892"/>
                </a:lnTo>
                <a:lnTo>
                  <a:pt x="86372" y="602818"/>
                </a:lnTo>
                <a:lnTo>
                  <a:pt x="86131" y="598614"/>
                </a:lnTo>
                <a:lnTo>
                  <a:pt x="86156" y="154305"/>
                </a:lnTo>
                <a:lnTo>
                  <a:pt x="438150" y="154305"/>
                </a:lnTo>
                <a:lnTo>
                  <a:pt x="438162" y="417639"/>
                </a:lnTo>
                <a:lnTo>
                  <a:pt x="437134" y="422376"/>
                </a:lnTo>
                <a:lnTo>
                  <a:pt x="441985" y="429323"/>
                </a:lnTo>
                <a:lnTo>
                  <a:pt x="447116" y="435241"/>
                </a:lnTo>
                <a:lnTo>
                  <a:pt x="455790" y="434797"/>
                </a:lnTo>
                <a:lnTo>
                  <a:pt x="460844" y="429336"/>
                </a:lnTo>
                <a:lnTo>
                  <a:pt x="466217" y="422948"/>
                </a:lnTo>
                <a:close/>
              </a:path>
              <a:path extrusionOk="0" h="928370" w="523875">
                <a:moveTo>
                  <a:pt x="523328" y="846188"/>
                </a:moveTo>
                <a:lnTo>
                  <a:pt x="523316" y="465099"/>
                </a:lnTo>
                <a:lnTo>
                  <a:pt x="523278" y="81940"/>
                </a:lnTo>
                <a:lnTo>
                  <a:pt x="500900" y="22428"/>
                </a:lnTo>
                <a:lnTo>
                  <a:pt x="441502" y="12"/>
                </a:lnTo>
                <a:lnTo>
                  <a:pt x="83197" y="0"/>
                </a:lnTo>
                <a:lnTo>
                  <a:pt x="49276" y="5854"/>
                </a:lnTo>
                <a:lnTo>
                  <a:pt x="23393" y="22466"/>
                </a:lnTo>
                <a:lnTo>
                  <a:pt x="6858" y="48488"/>
                </a:lnTo>
                <a:lnTo>
                  <a:pt x="1003" y="82575"/>
                </a:lnTo>
                <a:lnTo>
                  <a:pt x="990" y="218224"/>
                </a:lnTo>
                <a:lnTo>
                  <a:pt x="0" y="222275"/>
                </a:lnTo>
                <a:lnTo>
                  <a:pt x="9829" y="234962"/>
                </a:lnTo>
                <a:lnTo>
                  <a:pt x="18567" y="235204"/>
                </a:lnTo>
                <a:lnTo>
                  <a:pt x="23736" y="229171"/>
                </a:lnTo>
                <a:lnTo>
                  <a:pt x="29006" y="222631"/>
                </a:lnTo>
                <a:lnTo>
                  <a:pt x="28028" y="218147"/>
                </a:lnTo>
                <a:lnTo>
                  <a:pt x="28054" y="86296"/>
                </a:lnTo>
                <a:lnTo>
                  <a:pt x="31699" y="60248"/>
                </a:lnTo>
                <a:lnTo>
                  <a:pt x="42672" y="41744"/>
                </a:lnTo>
                <a:lnTo>
                  <a:pt x="61061" y="30695"/>
                </a:lnTo>
                <a:lnTo>
                  <a:pt x="86956" y="27038"/>
                </a:lnTo>
                <a:lnTo>
                  <a:pt x="436994" y="27038"/>
                </a:lnTo>
                <a:lnTo>
                  <a:pt x="463042" y="30670"/>
                </a:lnTo>
                <a:lnTo>
                  <a:pt x="481545" y="41643"/>
                </a:lnTo>
                <a:lnTo>
                  <a:pt x="492582" y="60032"/>
                </a:lnTo>
                <a:lnTo>
                  <a:pt x="496239" y="85940"/>
                </a:lnTo>
                <a:lnTo>
                  <a:pt x="496239" y="841908"/>
                </a:lnTo>
                <a:lnTo>
                  <a:pt x="492594" y="867905"/>
                </a:lnTo>
                <a:lnTo>
                  <a:pt x="481596" y="886345"/>
                </a:lnTo>
                <a:lnTo>
                  <a:pt x="463156" y="897356"/>
                </a:lnTo>
                <a:lnTo>
                  <a:pt x="437172" y="901001"/>
                </a:lnTo>
                <a:lnTo>
                  <a:pt x="87147" y="901001"/>
                </a:lnTo>
                <a:lnTo>
                  <a:pt x="42722" y="886371"/>
                </a:lnTo>
                <a:lnTo>
                  <a:pt x="28092" y="841933"/>
                </a:lnTo>
                <a:lnTo>
                  <a:pt x="28054" y="282397"/>
                </a:lnTo>
                <a:lnTo>
                  <a:pt x="29083" y="276948"/>
                </a:lnTo>
                <a:lnTo>
                  <a:pt x="24117" y="269405"/>
                </a:lnTo>
                <a:lnTo>
                  <a:pt x="18618" y="264160"/>
                </a:lnTo>
                <a:lnTo>
                  <a:pt x="10020" y="264299"/>
                </a:lnTo>
                <a:lnTo>
                  <a:pt x="5359" y="269963"/>
                </a:lnTo>
                <a:lnTo>
                  <a:pt x="254" y="275564"/>
                </a:lnTo>
                <a:lnTo>
                  <a:pt x="1003" y="279285"/>
                </a:lnTo>
                <a:lnTo>
                  <a:pt x="1041" y="847458"/>
                </a:lnTo>
                <a:lnTo>
                  <a:pt x="6896" y="880110"/>
                </a:lnTo>
                <a:lnTo>
                  <a:pt x="23291" y="905548"/>
                </a:lnTo>
                <a:lnTo>
                  <a:pt x="48564" y="922058"/>
                </a:lnTo>
                <a:lnTo>
                  <a:pt x="81038" y="927989"/>
                </a:lnTo>
                <a:lnTo>
                  <a:pt x="236372" y="928154"/>
                </a:lnTo>
                <a:lnTo>
                  <a:pt x="443496" y="927696"/>
                </a:lnTo>
                <a:lnTo>
                  <a:pt x="499706" y="906449"/>
                </a:lnTo>
                <a:lnTo>
                  <a:pt x="520839" y="869454"/>
                </a:lnTo>
                <a:lnTo>
                  <a:pt x="523328" y="846188"/>
                </a:lnTo>
                <a:close/>
              </a:path>
            </a:pathLst>
          </a:custGeom>
          <a:solidFill>
            <a:srgbClr val="FFFFFF">
              <a:alpha val="25098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9" name="Google Shape;59;p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301269" y="5909581"/>
            <a:ext cx="104847" cy="10542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4"/>
          <p:cNvSpPr/>
          <p:nvPr/>
        </p:nvSpPr>
        <p:spPr>
          <a:xfrm>
            <a:off x="6274308" y="5194382"/>
            <a:ext cx="158750" cy="28575"/>
          </a:xfrm>
          <a:custGeom>
            <a:rect b="b" l="l" r="r" t="t"/>
            <a:pathLst>
              <a:path extrusionOk="0" h="28575" w="158750">
                <a:moveTo>
                  <a:pt x="51930" y="21336"/>
                </a:moveTo>
                <a:lnTo>
                  <a:pt x="49415" y="9906"/>
                </a:lnTo>
                <a:lnTo>
                  <a:pt x="44932" y="4660"/>
                </a:lnTo>
                <a:lnTo>
                  <a:pt x="36461" y="0"/>
                </a:lnTo>
                <a:lnTo>
                  <a:pt x="30492" y="1181"/>
                </a:lnTo>
                <a:lnTo>
                  <a:pt x="25717" y="876"/>
                </a:lnTo>
                <a:lnTo>
                  <a:pt x="20485" y="1168"/>
                </a:lnTo>
                <a:lnTo>
                  <a:pt x="15595" y="977"/>
                </a:lnTo>
                <a:lnTo>
                  <a:pt x="3848" y="3073"/>
                </a:lnTo>
                <a:lnTo>
                  <a:pt x="0" y="7848"/>
                </a:lnTo>
                <a:lnTo>
                  <a:pt x="292" y="21983"/>
                </a:lnTo>
                <a:lnTo>
                  <a:pt x="4114" y="27190"/>
                </a:lnTo>
                <a:lnTo>
                  <a:pt x="11239" y="27698"/>
                </a:lnTo>
                <a:lnTo>
                  <a:pt x="18453" y="28092"/>
                </a:lnTo>
                <a:lnTo>
                  <a:pt x="25704" y="28219"/>
                </a:lnTo>
                <a:lnTo>
                  <a:pt x="32943" y="28067"/>
                </a:lnTo>
                <a:lnTo>
                  <a:pt x="40144" y="27622"/>
                </a:lnTo>
                <a:lnTo>
                  <a:pt x="47256" y="27012"/>
                </a:lnTo>
                <a:lnTo>
                  <a:pt x="51930" y="21336"/>
                </a:lnTo>
                <a:close/>
              </a:path>
              <a:path extrusionOk="0" h="28575" w="158750">
                <a:moveTo>
                  <a:pt x="158457" y="5892"/>
                </a:moveTo>
                <a:lnTo>
                  <a:pt x="152755" y="1435"/>
                </a:lnTo>
                <a:lnTo>
                  <a:pt x="111429" y="1130"/>
                </a:lnTo>
                <a:lnTo>
                  <a:pt x="70142" y="1384"/>
                </a:lnTo>
                <a:lnTo>
                  <a:pt x="64630" y="5600"/>
                </a:lnTo>
                <a:lnTo>
                  <a:pt x="63627" y="22275"/>
                </a:lnTo>
                <a:lnTo>
                  <a:pt x="69342" y="27863"/>
                </a:lnTo>
                <a:lnTo>
                  <a:pt x="86677" y="28359"/>
                </a:lnTo>
                <a:lnTo>
                  <a:pt x="110667" y="28282"/>
                </a:lnTo>
                <a:lnTo>
                  <a:pt x="152514" y="28105"/>
                </a:lnTo>
                <a:lnTo>
                  <a:pt x="158419" y="23876"/>
                </a:lnTo>
                <a:lnTo>
                  <a:pt x="158457" y="5892"/>
                </a:lnTo>
                <a:close/>
              </a:path>
            </a:pathLst>
          </a:custGeom>
          <a:solidFill>
            <a:srgbClr val="FFFFFF">
              <a:alpha val="25098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4"/>
          <p:cNvSpPr/>
          <p:nvPr/>
        </p:nvSpPr>
        <p:spPr>
          <a:xfrm>
            <a:off x="1252372" y="509987"/>
            <a:ext cx="523875" cy="928369"/>
          </a:xfrm>
          <a:custGeom>
            <a:rect b="b" l="l" r="r" t="t"/>
            <a:pathLst>
              <a:path extrusionOk="0" h="928369" w="523875">
                <a:moveTo>
                  <a:pt x="465289" y="480212"/>
                </a:moveTo>
                <a:lnTo>
                  <a:pt x="464629" y="469849"/>
                </a:lnTo>
                <a:lnTo>
                  <a:pt x="460768" y="464337"/>
                </a:lnTo>
                <a:lnTo>
                  <a:pt x="444017" y="463296"/>
                </a:lnTo>
                <a:lnTo>
                  <a:pt x="438810" y="469049"/>
                </a:lnTo>
                <a:lnTo>
                  <a:pt x="438023" y="481279"/>
                </a:lnTo>
                <a:lnTo>
                  <a:pt x="438150" y="484060"/>
                </a:lnTo>
                <a:lnTo>
                  <a:pt x="438150" y="734580"/>
                </a:lnTo>
                <a:lnTo>
                  <a:pt x="86144" y="734580"/>
                </a:lnTo>
                <a:lnTo>
                  <a:pt x="86067" y="652221"/>
                </a:lnTo>
                <a:lnTo>
                  <a:pt x="80949" y="645833"/>
                </a:lnTo>
                <a:lnTo>
                  <a:pt x="63957" y="646366"/>
                </a:lnTo>
                <a:lnTo>
                  <a:pt x="59169" y="652627"/>
                </a:lnTo>
                <a:lnTo>
                  <a:pt x="59093" y="740410"/>
                </a:lnTo>
                <a:lnTo>
                  <a:pt x="59905" y="751662"/>
                </a:lnTo>
                <a:lnTo>
                  <a:pt x="63042" y="758342"/>
                </a:lnTo>
                <a:lnTo>
                  <a:pt x="69570" y="761555"/>
                </a:lnTo>
                <a:lnTo>
                  <a:pt x="80594" y="762381"/>
                </a:lnTo>
                <a:lnTo>
                  <a:pt x="444017" y="762381"/>
                </a:lnTo>
                <a:lnTo>
                  <a:pt x="454761" y="761542"/>
                </a:lnTo>
                <a:lnTo>
                  <a:pt x="461225" y="758367"/>
                </a:lnTo>
                <a:lnTo>
                  <a:pt x="464375" y="751903"/>
                </a:lnTo>
                <a:lnTo>
                  <a:pt x="465201" y="741146"/>
                </a:lnTo>
                <a:lnTo>
                  <a:pt x="465289" y="480212"/>
                </a:lnTo>
                <a:close/>
              </a:path>
              <a:path extrusionOk="0" h="928369" w="523875">
                <a:moveTo>
                  <a:pt x="466217" y="422948"/>
                </a:moveTo>
                <a:lnTo>
                  <a:pt x="465188" y="418388"/>
                </a:lnTo>
                <a:lnTo>
                  <a:pt x="465201" y="147764"/>
                </a:lnTo>
                <a:lnTo>
                  <a:pt x="464324" y="137147"/>
                </a:lnTo>
                <a:lnTo>
                  <a:pt x="461073" y="130657"/>
                </a:lnTo>
                <a:lnTo>
                  <a:pt x="454545" y="127431"/>
                </a:lnTo>
                <a:lnTo>
                  <a:pt x="443839" y="126555"/>
                </a:lnTo>
                <a:lnTo>
                  <a:pt x="80340" y="126555"/>
                </a:lnTo>
                <a:lnTo>
                  <a:pt x="69697" y="127431"/>
                </a:lnTo>
                <a:lnTo>
                  <a:pt x="63207" y="130670"/>
                </a:lnTo>
                <a:lnTo>
                  <a:pt x="59969" y="137185"/>
                </a:lnTo>
                <a:lnTo>
                  <a:pt x="59093" y="147878"/>
                </a:lnTo>
                <a:lnTo>
                  <a:pt x="59105" y="600430"/>
                </a:lnTo>
                <a:lnTo>
                  <a:pt x="58864" y="603592"/>
                </a:lnTo>
                <a:lnTo>
                  <a:pt x="60731" y="614083"/>
                </a:lnTo>
                <a:lnTo>
                  <a:pt x="65379" y="618312"/>
                </a:lnTo>
                <a:lnTo>
                  <a:pt x="80162" y="618032"/>
                </a:lnTo>
                <a:lnTo>
                  <a:pt x="84620" y="613892"/>
                </a:lnTo>
                <a:lnTo>
                  <a:pt x="86360" y="602818"/>
                </a:lnTo>
                <a:lnTo>
                  <a:pt x="86131" y="598614"/>
                </a:lnTo>
                <a:lnTo>
                  <a:pt x="86156" y="154305"/>
                </a:lnTo>
                <a:lnTo>
                  <a:pt x="438150" y="154305"/>
                </a:lnTo>
                <a:lnTo>
                  <a:pt x="438162" y="417639"/>
                </a:lnTo>
                <a:lnTo>
                  <a:pt x="437134" y="422376"/>
                </a:lnTo>
                <a:lnTo>
                  <a:pt x="441985" y="429323"/>
                </a:lnTo>
                <a:lnTo>
                  <a:pt x="447116" y="435241"/>
                </a:lnTo>
                <a:lnTo>
                  <a:pt x="455790" y="434797"/>
                </a:lnTo>
                <a:lnTo>
                  <a:pt x="460844" y="429336"/>
                </a:lnTo>
                <a:lnTo>
                  <a:pt x="466217" y="422948"/>
                </a:lnTo>
                <a:close/>
              </a:path>
              <a:path extrusionOk="0" h="928369" w="523875">
                <a:moveTo>
                  <a:pt x="523328" y="846188"/>
                </a:moveTo>
                <a:lnTo>
                  <a:pt x="523316" y="465099"/>
                </a:lnTo>
                <a:lnTo>
                  <a:pt x="523278" y="81940"/>
                </a:lnTo>
                <a:lnTo>
                  <a:pt x="500900" y="22428"/>
                </a:lnTo>
                <a:lnTo>
                  <a:pt x="441502" y="12"/>
                </a:lnTo>
                <a:lnTo>
                  <a:pt x="83197" y="0"/>
                </a:lnTo>
                <a:lnTo>
                  <a:pt x="49276" y="5854"/>
                </a:lnTo>
                <a:lnTo>
                  <a:pt x="23393" y="22466"/>
                </a:lnTo>
                <a:lnTo>
                  <a:pt x="6858" y="48488"/>
                </a:lnTo>
                <a:lnTo>
                  <a:pt x="1003" y="82575"/>
                </a:lnTo>
                <a:lnTo>
                  <a:pt x="990" y="218224"/>
                </a:lnTo>
                <a:lnTo>
                  <a:pt x="0" y="222275"/>
                </a:lnTo>
                <a:lnTo>
                  <a:pt x="9829" y="234950"/>
                </a:lnTo>
                <a:lnTo>
                  <a:pt x="18567" y="235191"/>
                </a:lnTo>
                <a:lnTo>
                  <a:pt x="23736" y="229171"/>
                </a:lnTo>
                <a:lnTo>
                  <a:pt x="29006" y="222631"/>
                </a:lnTo>
                <a:lnTo>
                  <a:pt x="28028" y="218135"/>
                </a:lnTo>
                <a:lnTo>
                  <a:pt x="28054" y="86296"/>
                </a:lnTo>
                <a:lnTo>
                  <a:pt x="31699" y="60248"/>
                </a:lnTo>
                <a:lnTo>
                  <a:pt x="42672" y="41744"/>
                </a:lnTo>
                <a:lnTo>
                  <a:pt x="61061" y="30695"/>
                </a:lnTo>
                <a:lnTo>
                  <a:pt x="86956" y="27038"/>
                </a:lnTo>
                <a:lnTo>
                  <a:pt x="436994" y="27038"/>
                </a:lnTo>
                <a:lnTo>
                  <a:pt x="463042" y="30670"/>
                </a:lnTo>
                <a:lnTo>
                  <a:pt x="481545" y="41643"/>
                </a:lnTo>
                <a:lnTo>
                  <a:pt x="492582" y="60032"/>
                </a:lnTo>
                <a:lnTo>
                  <a:pt x="496239" y="85940"/>
                </a:lnTo>
                <a:lnTo>
                  <a:pt x="496239" y="841908"/>
                </a:lnTo>
                <a:lnTo>
                  <a:pt x="492594" y="867905"/>
                </a:lnTo>
                <a:lnTo>
                  <a:pt x="481596" y="886345"/>
                </a:lnTo>
                <a:lnTo>
                  <a:pt x="463156" y="897356"/>
                </a:lnTo>
                <a:lnTo>
                  <a:pt x="437172" y="901001"/>
                </a:lnTo>
                <a:lnTo>
                  <a:pt x="87147" y="901001"/>
                </a:lnTo>
                <a:lnTo>
                  <a:pt x="42722" y="886371"/>
                </a:lnTo>
                <a:lnTo>
                  <a:pt x="28092" y="841933"/>
                </a:lnTo>
                <a:lnTo>
                  <a:pt x="28054" y="282397"/>
                </a:lnTo>
                <a:lnTo>
                  <a:pt x="29083" y="276948"/>
                </a:lnTo>
                <a:lnTo>
                  <a:pt x="24117" y="269405"/>
                </a:lnTo>
                <a:lnTo>
                  <a:pt x="18618" y="264160"/>
                </a:lnTo>
                <a:lnTo>
                  <a:pt x="10020" y="264299"/>
                </a:lnTo>
                <a:lnTo>
                  <a:pt x="5359" y="269963"/>
                </a:lnTo>
                <a:lnTo>
                  <a:pt x="254" y="275564"/>
                </a:lnTo>
                <a:lnTo>
                  <a:pt x="1003" y="279285"/>
                </a:lnTo>
                <a:lnTo>
                  <a:pt x="1041" y="847445"/>
                </a:lnTo>
                <a:lnTo>
                  <a:pt x="6896" y="880110"/>
                </a:lnTo>
                <a:lnTo>
                  <a:pt x="23291" y="905548"/>
                </a:lnTo>
                <a:lnTo>
                  <a:pt x="48564" y="922058"/>
                </a:lnTo>
                <a:lnTo>
                  <a:pt x="81038" y="927976"/>
                </a:lnTo>
                <a:lnTo>
                  <a:pt x="236372" y="928154"/>
                </a:lnTo>
                <a:lnTo>
                  <a:pt x="443496" y="927696"/>
                </a:lnTo>
                <a:lnTo>
                  <a:pt x="499706" y="906449"/>
                </a:lnTo>
                <a:lnTo>
                  <a:pt x="520839" y="869454"/>
                </a:lnTo>
                <a:lnTo>
                  <a:pt x="523328" y="846188"/>
                </a:lnTo>
                <a:close/>
              </a:path>
            </a:pathLst>
          </a:custGeom>
          <a:solidFill>
            <a:srgbClr val="FFFFFF">
              <a:alpha val="50196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2" name="Google Shape;62;p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462163" y="1288546"/>
            <a:ext cx="104847" cy="10542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4"/>
          <p:cNvSpPr/>
          <p:nvPr/>
        </p:nvSpPr>
        <p:spPr>
          <a:xfrm>
            <a:off x="707555" y="573347"/>
            <a:ext cx="14910435" cy="2908300"/>
          </a:xfrm>
          <a:custGeom>
            <a:rect b="b" l="l" r="r" t="t"/>
            <a:pathLst>
              <a:path extrusionOk="0" h="2908300" w="14910435">
                <a:moveTo>
                  <a:pt x="779576" y="21336"/>
                </a:moveTo>
                <a:lnTo>
                  <a:pt x="777062" y="9906"/>
                </a:lnTo>
                <a:lnTo>
                  <a:pt x="772579" y="4660"/>
                </a:lnTo>
                <a:lnTo>
                  <a:pt x="764108" y="0"/>
                </a:lnTo>
                <a:lnTo>
                  <a:pt x="758139" y="1181"/>
                </a:lnTo>
                <a:lnTo>
                  <a:pt x="753364" y="876"/>
                </a:lnTo>
                <a:lnTo>
                  <a:pt x="748131" y="1168"/>
                </a:lnTo>
                <a:lnTo>
                  <a:pt x="743242" y="977"/>
                </a:lnTo>
                <a:lnTo>
                  <a:pt x="731494" y="3073"/>
                </a:lnTo>
                <a:lnTo>
                  <a:pt x="727646" y="7848"/>
                </a:lnTo>
                <a:lnTo>
                  <a:pt x="727938" y="21983"/>
                </a:lnTo>
                <a:lnTo>
                  <a:pt x="731761" y="27190"/>
                </a:lnTo>
                <a:lnTo>
                  <a:pt x="738886" y="27698"/>
                </a:lnTo>
                <a:lnTo>
                  <a:pt x="746099" y="28092"/>
                </a:lnTo>
                <a:lnTo>
                  <a:pt x="753351" y="28219"/>
                </a:lnTo>
                <a:lnTo>
                  <a:pt x="760590" y="28067"/>
                </a:lnTo>
                <a:lnTo>
                  <a:pt x="767791" y="27622"/>
                </a:lnTo>
                <a:lnTo>
                  <a:pt x="774903" y="27000"/>
                </a:lnTo>
                <a:lnTo>
                  <a:pt x="779576" y="21336"/>
                </a:lnTo>
                <a:close/>
              </a:path>
              <a:path extrusionOk="0" h="2908300" w="14910435">
                <a:moveTo>
                  <a:pt x="808469" y="2786189"/>
                </a:moveTo>
                <a:lnTo>
                  <a:pt x="808355" y="2371534"/>
                </a:lnTo>
                <a:lnTo>
                  <a:pt x="806119" y="2359139"/>
                </a:lnTo>
                <a:lnTo>
                  <a:pt x="803287" y="2343416"/>
                </a:lnTo>
                <a:lnTo>
                  <a:pt x="798512" y="2336076"/>
                </a:lnTo>
                <a:lnTo>
                  <a:pt x="788797" y="2321166"/>
                </a:lnTo>
                <a:lnTo>
                  <a:pt x="773544" y="2311311"/>
                </a:lnTo>
                <a:lnTo>
                  <a:pt x="773544" y="2359139"/>
                </a:lnTo>
                <a:lnTo>
                  <a:pt x="773544" y="2848533"/>
                </a:lnTo>
                <a:lnTo>
                  <a:pt x="747801" y="2824797"/>
                </a:lnTo>
                <a:lnTo>
                  <a:pt x="747801" y="2870682"/>
                </a:lnTo>
                <a:lnTo>
                  <a:pt x="746353" y="2873248"/>
                </a:lnTo>
                <a:lnTo>
                  <a:pt x="62103" y="2873248"/>
                </a:lnTo>
                <a:lnTo>
                  <a:pt x="60604" y="2870682"/>
                </a:lnTo>
                <a:lnTo>
                  <a:pt x="84594" y="2848559"/>
                </a:lnTo>
                <a:lnTo>
                  <a:pt x="326440" y="2625610"/>
                </a:lnTo>
                <a:lnTo>
                  <a:pt x="344360" y="2641511"/>
                </a:lnTo>
                <a:lnTo>
                  <a:pt x="352933" y="2649016"/>
                </a:lnTo>
                <a:lnTo>
                  <a:pt x="361518" y="2656255"/>
                </a:lnTo>
                <a:lnTo>
                  <a:pt x="372884" y="2664155"/>
                </a:lnTo>
                <a:lnTo>
                  <a:pt x="385089" y="2669590"/>
                </a:lnTo>
                <a:lnTo>
                  <a:pt x="398068" y="2672054"/>
                </a:lnTo>
                <a:lnTo>
                  <a:pt x="411734" y="2671038"/>
                </a:lnTo>
                <a:lnTo>
                  <a:pt x="454964" y="2649880"/>
                </a:lnTo>
                <a:lnTo>
                  <a:pt x="467868" y="2638475"/>
                </a:lnTo>
                <a:lnTo>
                  <a:pt x="472528" y="2634183"/>
                </a:lnTo>
                <a:lnTo>
                  <a:pt x="481965" y="2625648"/>
                </a:lnTo>
                <a:lnTo>
                  <a:pt x="747801" y="2870682"/>
                </a:lnTo>
                <a:lnTo>
                  <a:pt x="747801" y="2824797"/>
                </a:lnTo>
                <a:lnTo>
                  <a:pt x="531914" y="2625648"/>
                </a:lnTo>
                <a:lnTo>
                  <a:pt x="506907" y="2602585"/>
                </a:lnTo>
                <a:lnTo>
                  <a:pt x="773544" y="2359139"/>
                </a:lnTo>
                <a:lnTo>
                  <a:pt x="773544" y="2311311"/>
                </a:lnTo>
                <a:lnTo>
                  <a:pt x="766533" y="2306764"/>
                </a:lnTo>
                <a:lnTo>
                  <a:pt x="747115" y="2303297"/>
                </a:lnTo>
                <a:lnTo>
                  <a:pt x="747115" y="2336076"/>
                </a:lnTo>
                <a:lnTo>
                  <a:pt x="744639" y="2339035"/>
                </a:lnTo>
                <a:lnTo>
                  <a:pt x="456488" y="2602585"/>
                </a:lnTo>
                <a:lnTo>
                  <a:pt x="417474" y="2635262"/>
                </a:lnTo>
                <a:lnTo>
                  <a:pt x="404190" y="2638475"/>
                </a:lnTo>
                <a:lnTo>
                  <a:pt x="390906" y="2635224"/>
                </a:lnTo>
                <a:lnTo>
                  <a:pt x="377266" y="2625610"/>
                </a:lnTo>
                <a:lnTo>
                  <a:pt x="377088" y="2625483"/>
                </a:lnTo>
                <a:lnTo>
                  <a:pt x="351929" y="2602573"/>
                </a:lnTo>
                <a:lnTo>
                  <a:pt x="301523" y="2556611"/>
                </a:lnTo>
                <a:lnTo>
                  <a:pt x="301523" y="2602573"/>
                </a:lnTo>
                <a:lnTo>
                  <a:pt x="34886" y="2848559"/>
                </a:lnTo>
                <a:lnTo>
                  <a:pt x="34886" y="2359152"/>
                </a:lnTo>
                <a:lnTo>
                  <a:pt x="301523" y="2602573"/>
                </a:lnTo>
                <a:lnTo>
                  <a:pt x="301523" y="2556611"/>
                </a:lnTo>
                <a:lnTo>
                  <a:pt x="85001" y="2359152"/>
                </a:lnTo>
                <a:lnTo>
                  <a:pt x="65455" y="2341308"/>
                </a:lnTo>
                <a:lnTo>
                  <a:pt x="63957" y="2339517"/>
                </a:lnTo>
                <a:lnTo>
                  <a:pt x="60706" y="2336076"/>
                </a:lnTo>
                <a:lnTo>
                  <a:pt x="747115" y="2336076"/>
                </a:lnTo>
                <a:lnTo>
                  <a:pt x="747115" y="2303297"/>
                </a:lnTo>
                <a:lnTo>
                  <a:pt x="737844" y="2301633"/>
                </a:lnTo>
                <a:lnTo>
                  <a:pt x="326961" y="2301532"/>
                </a:lnTo>
                <a:lnTo>
                  <a:pt x="70154" y="2301646"/>
                </a:lnTo>
                <a:lnTo>
                  <a:pt x="41770" y="2306790"/>
                </a:lnTo>
                <a:lnTo>
                  <a:pt x="19596" y="2321191"/>
                </a:lnTo>
                <a:lnTo>
                  <a:pt x="5168" y="2343264"/>
                </a:lnTo>
                <a:lnTo>
                  <a:pt x="0" y="2371534"/>
                </a:lnTo>
                <a:lnTo>
                  <a:pt x="0" y="2734360"/>
                </a:lnTo>
                <a:lnTo>
                  <a:pt x="101" y="2786189"/>
                </a:lnTo>
                <a:lnTo>
                  <a:pt x="241" y="2838018"/>
                </a:lnTo>
                <a:lnTo>
                  <a:pt x="18808" y="2887268"/>
                </a:lnTo>
                <a:lnTo>
                  <a:pt x="71932" y="2908008"/>
                </a:lnTo>
                <a:lnTo>
                  <a:pt x="641794" y="2908033"/>
                </a:lnTo>
                <a:lnTo>
                  <a:pt x="736930" y="2907982"/>
                </a:lnTo>
                <a:lnTo>
                  <a:pt x="788644" y="2888538"/>
                </a:lnTo>
                <a:lnTo>
                  <a:pt x="806462" y="2848533"/>
                </a:lnTo>
                <a:lnTo>
                  <a:pt x="808367" y="2838018"/>
                </a:lnTo>
                <a:lnTo>
                  <a:pt x="808469" y="2786189"/>
                </a:lnTo>
                <a:close/>
              </a:path>
              <a:path extrusionOk="0" h="2908300" w="14910435">
                <a:moveTo>
                  <a:pt x="886104" y="5892"/>
                </a:moveTo>
                <a:lnTo>
                  <a:pt x="880402" y="1435"/>
                </a:lnTo>
                <a:lnTo>
                  <a:pt x="839076" y="1130"/>
                </a:lnTo>
                <a:lnTo>
                  <a:pt x="797788" y="1384"/>
                </a:lnTo>
                <a:lnTo>
                  <a:pt x="792276" y="5600"/>
                </a:lnTo>
                <a:lnTo>
                  <a:pt x="791273" y="22275"/>
                </a:lnTo>
                <a:lnTo>
                  <a:pt x="796988" y="27863"/>
                </a:lnTo>
                <a:lnTo>
                  <a:pt x="814324" y="28359"/>
                </a:lnTo>
                <a:lnTo>
                  <a:pt x="838314" y="28282"/>
                </a:lnTo>
                <a:lnTo>
                  <a:pt x="880160" y="28105"/>
                </a:lnTo>
                <a:lnTo>
                  <a:pt x="886066" y="23876"/>
                </a:lnTo>
                <a:lnTo>
                  <a:pt x="886104" y="5892"/>
                </a:lnTo>
                <a:close/>
              </a:path>
              <a:path extrusionOk="0" h="2908300" w="14910435">
                <a:moveTo>
                  <a:pt x="14910423" y="844321"/>
                </a:moveTo>
                <a:lnTo>
                  <a:pt x="14910296" y="429653"/>
                </a:lnTo>
                <a:lnTo>
                  <a:pt x="14908060" y="417258"/>
                </a:lnTo>
                <a:lnTo>
                  <a:pt x="14905228" y="401548"/>
                </a:lnTo>
                <a:lnTo>
                  <a:pt x="14900453" y="394208"/>
                </a:lnTo>
                <a:lnTo>
                  <a:pt x="14890750" y="379298"/>
                </a:lnTo>
                <a:lnTo>
                  <a:pt x="14875485" y="369430"/>
                </a:lnTo>
                <a:lnTo>
                  <a:pt x="14875485" y="417258"/>
                </a:lnTo>
                <a:lnTo>
                  <a:pt x="14875485" y="906665"/>
                </a:lnTo>
                <a:lnTo>
                  <a:pt x="14849742" y="882929"/>
                </a:lnTo>
                <a:lnTo>
                  <a:pt x="14849742" y="928801"/>
                </a:lnTo>
                <a:lnTo>
                  <a:pt x="14848294" y="931367"/>
                </a:lnTo>
                <a:lnTo>
                  <a:pt x="14164043" y="931367"/>
                </a:lnTo>
                <a:lnTo>
                  <a:pt x="14162545" y="928801"/>
                </a:lnTo>
                <a:lnTo>
                  <a:pt x="14186548" y="906678"/>
                </a:lnTo>
                <a:lnTo>
                  <a:pt x="14428394" y="683729"/>
                </a:lnTo>
                <a:lnTo>
                  <a:pt x="14463459" y="714387"/>
                </a:lnTo>
                <a:lnTo>
                  <a:pt x="14500022" y="730173"/>
                </a:lnTo>
                <a:lnTo>
                  <a:pt x="14513674" y="729170"/>
                </a:lnTo>
                <a:lnTo>
                  <a:pt x="14556918" y="707999"/>
                </a:lnTo>
                <a:lnTo>
                  <a:pt x="14574482" y="692302"/>
                </a:lnTo>
                <a:lnTo>
                  <a:pt x="14583918" y="683780"/>
                </a:lnTo>
                <a:lnTo>
                  <a:pt x="14849742" y="928801"/>
                </a:lnTo>
                <a:lnTo>
                  <a:pt x="14849742" y="882929"/>
                </a:lnTo>
                <a:lnTo>
                  <a:pt x="14633867" y="683780"/>
                </a:lnTo>
                <a:lnTo>
                  <a:pt x="14608861" y="660704"/>
                </a:lnTo>
                <a:lnTo>
                  <a:pt x="14875485" y="417258"/>
                </a:lnTo>
                <a:lnTo>
                  <a:pt x="14875485" y="369430"/>
                </a:lnTo>
                <a:lnTo>
                  <a:pt x="14868474" y="364896"/>
                </a:lnTo>
                <a:lnTo>
                  <a:pt x="14849056" y="361416"/>
                </a:lnTo>
                <a:lnTo>
                  <a:pt x="14849056" y="394208"/>
                </a:lnTo>
                <a:lnTo>
                  <a:pt x="14846592" y="397154"/>
                </a:lnTo>
                <a:lnTo>
                  <a:pt x="14558429" y="660704"/>
                </a:lnTo>
                <a:lnTo>
                  <a:pt x="14519415" y="693394"/>
                </a:lnTo>
                <a:lnTo>
                  <a:pt x="14506143" y="696607"/>
                </a:lnTo>
                <a:lnTo>
                  <a:pt x="14492846" y="693343"/>
                </a:lnTo>
                <a:lnTo>
                  <a:pt x="14479207" y="683729"/>
                </a:lnTo>
                <a:lnTo>
                  <a:pt x="14479029" y="683615"/>
                </a:lnTo>
                <a:lnTo>
                  <a:pt x="14453870" y="660704"/>
                </a:lnTo>
                <a:lnTo>
                  <a:pt x="14403477" y="614756"/>
                </a:lnTo>
                <a:lnTo>
                  <a:pt x="14403477" y="660704"/>
                </a:lnTo>
                <a:lnTo>
                  <a:pt x="14136827" y="906678"/>
                </a:lnTo>
                <a:lnTo>
                  <a:pt x="14136827" y="417271"/>
                </a:lnTo>
                <a:lnTo>
                  <a:pt x="14403477" y="660704"/>
                </a:lnTo>
                <a:lnTo>
                  <a:pt x="14403477" y="614756"/>
                </a:lnTo>
                <a:lnTo>
                  <a:pt x="14186954" y="417271"/>
                </a:lnTo>
                <a:lnTo>
                  <a:pt x="14167409" y="399440"/>
                </a:lnTo>
                <a:lnTo>
                  <a:pt x="14165910" y="397637"/>
                </a:lnTo>
                <a:lnTo>
                  <a:pt x="14162646" y="394208"/>
                </a:lnTo>
                <a:lnTo>
                  <a:pt x="14849056" y="394208"/>
                </a:lnTo>
                <a:lnTo>
                  <a:pt x="14849056" y="361416"/>
                </a:lnTo>
                <a:lnTo>
                  <a:pt x="14839798" y="359752"/>
                </a:lnTo>
                <a:lnTo>
                  <a:pt x="14428902" y="359664"/>
                </a:lnTo>
                <a:lnTo>
                  <a:pt x="14172095" y="359765"/>
                </a:lnTo>
                <a:lnTo>
                  <a:pt x="14143723" y="364909"/>
                </a:lnTo>
                <a:lnTo>
                  <a:pt x="14121537" y="379310"/>
                </a:lnTo>
                <a:lnTo>
                  <a:pt x="14107122" y="401383"/>
                </a:lnTo>
                <a:lnTo>
                  <a:pt x="14101940" y="429653"/>
                </a:lnTo>
                <a:lnTo>
                  <a:pt x="14101953" y="792480"/>
                </a:lnTo>
                <a:lnTo>
                  <a:pt x="14102055" y="844321"/>
                </a:lnTo>
                <a:lnTo>
                  <a:pt x="14102182" y="896150"/>
                </a:lnTo>
                <a:lnTo>
                  <a:pt x="14120762" y="945400"/>
                </a:lnTo>
                <a:lnTo>
                  <a:pt x="14173873" y="966139"/>
                </a:lnTo>
                <a:lnTo>
                  <a:pt x="14743748" y="966152"/>
                </a:lnTo>
                <a:lnTo>
                  <a:pt x="14838871" y="966101"/>
                </a:lnTo>
                <a:lnTo>
                  <a:pt x="14890585" y="946670"/>
                </a:lnTo>
                <a:lnTo>
                  <a:pt x="14908403" y="906665"/>
                </a:lnTo>
                <a:lnTo>
                  <a:pt x="14910308" y="896150"/>
                </a:lnTo>
                <a:lnTo>
                  <a:pt x="14910423" y="844321"/>
                </a:lnTo>
                <a:close/>
              </a:path>
            </a:pathLst>
          </a:custGeom>
          <a:solidFill>
            <a:srgbClr val="FFFFFF">
              <a:alpha val="50196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4238231" y="5263279"/>
            <a:ext cx="7766050" cy="2195830"/>
          </a:xfrm>
          <a:custGeom>
            <a:rect b="b" l="l" r="r" t="t"/>
            <a:pathLst>
              <a:path extrusionOk="0" h="2195829" w="7766050">
                <a:moveTo>
                  <a:pt x="808482" y="484657"/>
                </a:moveTo>
                <a:lnTo>
                  <a:pt x="808355" y="70002"/>
                </a:lnTo>
                <a:lnTo>
                  <a:pt x="806119" y="57607"/>
                </a:lnTo>
                <a:lnTo>
                  <a:pt x="803287" y="41884"/>
                </a:lnTo>
                <a:lnTo>
                  <a:pt x="798512" y="34544"/>
                </a:lnTo>
                <a:lnTo>
                  <a:pt x="788809" y="19634"/>
                </a:lnTo>
                <a:lnTo>
                  <a:pt x="773544" y="9766"/>
                </a:lnTo>
                <a:lnTo>
                  <a:pt x="773544" y="57607"/>
                </a:lnTo>
                <a:lnTo>
                  <a:pt x="773544" y="547001"/>
                </a:lnTo>
                <a:lnTo>
                  <a:pt x="747801" y="523265"/>
                </a:lnTo>
                <a:lnTo>
                  <a:pt x="747801" y="569150"/>
                </a:lnTo>
                <a:lnTo>
                  <a:pt x="746353" y="571715"/>
                </a:lnTo>
                <a:lnTo>
                  <a:pt x="62103" y="571715"/>
                </a:lnTo>
                <a:lnTo>
                  <a:pt x="60604" y="569150"/>
                </a:lnTo>
                <a:lnTo>
                  <a:pt x="84607" y="547027"/>
                </a:lnTo>
                <a:lnTo>
                  <a:pt x="326453" y="324078"/>
                </a:lnTo>
                <a:lnTo>
                  <a:pt x="361518" y="354723"/>
                </a:lnTo>
                <a:lnTo>
                  <a:pt x="398081" y="370522"/>
                </a:lnTo>
                <a:lnTo>
                  <a:pt x="411734" y="369506"/>
                </a:lnTo>
                <a:lnTo>
                  <a:pt x="454964" y="348348"/>
                </a:lnTo>
                <a:lnTo>
                  <a:pt x="467868" y="336943"/>
                </a:lnTo>
                <a:lnTo>
                  <a:pt x="472541" y="332651"/>
                </a:lnTo>
                <a:lnTo>
                  <a:pt x="481977" y="324116"/>
                </a:lnTo>
                <a:lnTo>
                  <a:pt x="747801" y="569150"/>
                </a:lnTo>
                <a:lnTo>
                  <a:pt x="747801" y="523265"/>
                </a:lnTo>
                <a:lnTo>
                  <a:pt x="531926" y="324116"/>
                </a:lnTo>
                <a:lnTo>
                  <a:pt x="506920" y="301053"/>
                </a:lnTo>
                <a:lnTo>
                  <a:pt x="773544" y="57607"/>
                </a:lnTo>
                <a:lnTo>
                  <a:pt x="773544" y="9766"/>
                </a:lnTo>
                <a:lnTo>
                  <a:pt x="766533" y="5232"/>
                </a:lnTo>
                <a:lnTo>
                  <a:pt x="747115" y="1765"/>
                </a:lnTo>
                <a:lnTo>
                  <a:pt x="747115" y="34544"/>
                </a:lnTo>
                <a:lnTo>
                  <a:pt x="744639" y="37503"/>
                </a:lnTo>
                <a:lnTo>
                  <a:pt x="456488" y="301053"/>
                </a:lnTo>
                <a:lnTo>
                  <a:pt x="417474" y="333730"/>
                </a:lnTo>
                <a:lnTo>
                  <a:pt x="404202" y="336943"/>
                </a:lnTo>
                <a:lnTo>
                  <a:pt x="390906" y="333679"/>
                </a:lnTo>
                <a:lnTo>
                  <a:pt x="377266" y="324078"/>
                </a:lnTo>
                <a:lnTo>
                  <a:pt x="377088" y="323951"/>
                </a:lnTo>
                <a:lnTo>
                  <a:pt x="351929" y="301040"/>
                </a:lnTo>
                <a:lnTo>
                  <a:pt x="301523" y="255079"/>
                </a:lnTo>
                <a:lnTo>
                  <a:pt x="301523" y="301040"/>
                </a:lnTo>
                <a:lnTo>
                  <a:pt x="34886" y="547027"/>
                </a:lnTo>
                <a:lnTo>
                  <a:pt x="34886" y="57607"/>
                </a:lnTo>
                <a:lnTo>
                  <a:pt x="301523" y="301040"/>
                </a:lnTo>
                <a:lnTo>
                  <a:pt x="301523" y="255079"/>
                </a:lnTo>
                <a:lnTo>
                  <a:pt x="85013" y="57607"/>
                </a:lnTo>
                <a:lnTo>
                  <a:pt x="65455" y="39776"/>
                </a:lnTo>
                <a:lnTo>
                  <a:pt x="63969" y="37985"/>
                </a:lnTo>
                <a:lnTo>
                  <a:pt x="60706" y="34544"/>
                </a:lnTo>
                <a:lnTo>
                  <a:pt x="747115" y="34544"/>
                </a:lnTo>
                <a:lnTo>
                  <a:pt x="747115" y="1765"/>
                </a:lnTo>
                <a:lnTo>
                  <a:pt x="737844" y="101"/>
                </a:lnTo>
                <a:lnTo>
                  <a:pt x="326961" y="0"/>
                </a:lnTo>
                <a:lnTo>
                  <a:pt x="70154" y="101"/>
                </a:lnTo>
                <a:lnTo>
                  <a:pt x="41770" y="5257"/>
                </a:lnTo>
                <a:lnTo>
                  <a:pt x="19596" y="19659"/>
                </a:lnTo>
                <a:lnTo>
                  <a:pt x="5168" y="41732"/>
                </a:lnTo>
                <a:lnTo>
                  <a:pt x="0" y="70002"/>
                </a:lnTo>
                <a:lnTo>
                  <a:pt x="12" y="432828"/>
                </a:lnTo>
                <a:lnTo>
                  <a:pt x="101" y="484657"/>
                </a:lnTo>
                <a:lnTo>
                  <a:pt x="241" y="536486"/>
                </a:lnTo>
                <a:lnTo>
                  <a:pt x="18808" y="585736"/>
                </a:lnTo>
                <a:lnTo>
                  <a:pt x="71932" y="606475"/>
                </a:lnTo>
                <a:lnTo>
                  <a:pt x="641807" y="606501"/>
                </a:lnTo>
                <a:lnTo>
                  <a:pt x="736930" y="606450"/>
                </a:lnTo>
                <a:lnTo>
                  <a:pt x="766064" y="601345"/>
                </a:lnTo>
                <a:lnTo>
                  <a:pt x="788644" y="587006"/>
                </a:lnTo>
                <a:lnTo>
                  <a:pt x="798690" y="571715"/>
                </a:lnTo>
                <a:lnTo>
                  <a:pt x="803249" y="564794"/>
                </a:lnTo>
                <a:lnTo>
                  <a:pt x="806462" y="547001"/>
                </a:lnTo>
                <a:lnTo>
                  <a:pt x="808367" y="536486"/>
                </a:lnTo>
                <a:lnTo>
                  <a:pt x="808482" y="484657"/>
                </a:lnTo>
                <a:close/>
              </a:path>
              <a:path extrusionOk="0" h="2195829" w="7766050">
                <a:moveTo>
                  <a:pt x="7765986" y="2073465"/>
                </a:moveTo>
                <a:lnTo>
                  <a:pt x="7765872" y="1658810"/>
                </a:lnTo>
                <a:lnTo>
                  <a:pt x="7763637" y="1646415"/>
                </a:lnTo>
                <a:lnTo>
                  <a:pt x="7760805" y="1630692"/>
                </a:lnTo>
                <a:lnTo>
                  <a:pt x="7756030" y="1623352"/>
                </a:lnTo>
                <a:lnTo>
                  <a:pt x="7746314" y="1608442"/>
                </a:lnTo>
                <a:lnTo>
                  <a:pt x="7731061" y="1598587"/>
                </a:lnTo>
                <a:lnTo>
                  <a:pt x="7731061" y="1646415"/>
                </a:lnTo>
                <a:lnTo>
                  <a:pt x="7731061" y="2135809"/>
                </a:lnTo>
                <a:lnTo>
                  <a:pt x="7705318" y="2112073"/>
                </a:lnTo>
                <a:lnTo>
                  <a:pt x="7705318" y="2157958"/>
                </a:lnTo>
                <a:lnTo>
                  <a:pt x="7703871" y="2160524"/>
                </a:lnTo>
                <a:lnTo>
                  <a:pt x="7019607" y="2160524"/>
                </a:lnTo>
                <a:lnTo>
                  <a:pt x="7018121" y="2157958"/>
                </a:lnTo>
                <a:lnTo>
                  <a:pt x="7042112" y="2135822"/>
                </a:lnTo>
                <a:lnTo>
                  <a:pt x="7283958" y="1912886"/>
                </a:lnTo>
                <a:lnTo>
                  <a:pt x="7301878" y="1928787"/>
                </a:lnTo>
                <a:lnTo>
                  <a:pt x="7310450" y="1936292"/>
                </a:lnTo>
                <a:lnTo>
                  <a:pt x="7319023" y="1943531"/>
                </a:lnTo>
                <a:lnTo>
                  <a:pt x="7330402" y="1951431"/>
                </a:lnTo>
                <a:lnTo>
                  <a:pt x="7342606" y="1956866"/>
                </a:lnTo>
                <a:lnTo>
                  <a:pt x="7355586" y="1959330"/>
                </a:lnTo>
                <a:lnTo>
                  <a:pt x="7369251" y="1958314"/>
                </a:lnTo>
                <a:lnTo>
                  <a:pt x="7412482" y="1937143"/>
                </a:lnTo>
                <a:lnTo>
                  <a:pt x="7425385" y="1925751"/>
                </a:lnTo>
                <a:lnTo>
                  <a:pt x="7430046" y="1921459"/>
                </a:lnTo>
                <a:lnTo>
                  <a:pt x="7439482" y="1912924"/>
                </a:lnTo>
                <a:lnTo>
                  <a:pt x="7705318" y="2157958"/>
                </a:lnTo>
                <a:lnTo>
                  <a:pt x="7705318" y="2112073"/>
                </a:lnTo>
                <a:lnTo>
                  <a:pt x="7489431" y="1912924"/>
                </a:lnTo>
                <a:lnTo>
                  <a:pt x="7464425" y="1889861"/>
                </a:lnTo>
                <a:lnTo>
                  <a:pt x="7731061" y="1646415"/>
                </a:lnTo>
                <a:lnTo>
                  <a:pt x="7731061" y="1598587"/>
                </a:lnTo>
                <a:lnTo>
                  <a:pt x="7724051" y="1594040"/>
                </a:lnTo>
                <a:lnTo>
                  <a:pt x="7704633" y="1590560"/>
                </a:lnTo>
                <a:lnTo>
                  <a:pt x="7704633" y="1623352"/>
                </a:lnTo>
                <a:lnTo>
                  <a:pt x="7702156" y="1626311"/>
                </a:lnTo>
                <a:lnTo>
                  <a:pt x="7413993" y="1889861"/>
                </a:lnTo>
                <a:lnTo>
                  <a:pt x="7374991" y="1922538"/>
                </a:lnTo>
                <a:lnTo>
                  <a:pt x="7361707" y="1925751"/>
                </a:lnTo>
                <a:lnTo>
                  <a:pt x="7348410" y="1922487"/>
                </a:lnTo>
                <a:lnTo>
                  <a:pt x="7334771" y="1912886"/>
                </a:lnTo>
                <a:lnTo>
                  <a:pt x="7334593" y="1912759"/>
                </a:lnTo>
                <a:lnTo>
                  <a:pt x="7309447" y="1889848"/>
                </a:lnTo>
                <a:lnTo>
                  <a:pt x="7259040" y="1843887"/>
                </a:lnTo>
                <a:lnTo>
                  <a:pt x="7259040" y="1889848"/>
                </a:lnTo>
                <a:lnTo>
                  <a:pt x="6992404" y="2135822"/>
                </a:lnTo>
                <a:lnTo>
                  <a:pt x="6992404" y="1646415"/>
                </a:lnTo>
                <a:lnTo>
                  <a:pt x="7259040" y="1889848"/>
                </a:lnTo>
                <a:lnTo>
                  <a:pt x="7259040" y="1843887"/>
                </a:lnTo>
                <a:lnTo>
                  <a:pt x="7042518" y="1646415"/>
                </a:lnTo>
                <a:lnTo>
                  <a:pt x="7022973" y="1628584"/>
                </a:lnTo>
                <a:lnTo>
                  <a:pt x="7021474" y="1626781"/>
                </a:lnTo>
                <a:lnTo>
                  <a:pt x="7018223" y="1623352"/>
                </a:lnTo>
                <a:lnTo>
                  <a:pt x="7704633" y="1623352"/>
                </a:lnTo>
                <a:lnTo>
                  <a:pt x="7704633" y="1590560"/>
                </a:lnTo>
                <a:lnTo>
                  <a:pt x="7695362" y="1588897"/>
                </a:lnTo>
                <a:lnTo>
                  <a:pt x="7284479" y="1588808"/>
                </a:lnTo>
                <a:lnTo>
                  <a:pt x="7027659" y="1588909"/>
                </a:lnTo>
                <a:lnTo>
                  <a:pt x="6999287" y="1594065"/>
                </a:lnTo>
                <a:lnTo>
                  <a:pt x="6977113" y="1608455"/>
                </a:lnTo>
                <a:lnTo>
                  <a:pt x="6962686" y="1630540"/>
                </a:lnTo>
                <a:lnTo>
                  <a:pt x="6957504" y="1658810"/>
                </a:lnTo>
                <a:lnTo>
                  <a:pt x="6957517" y="2021636"/>
                </a:lnTo>
                <a:lnTo>
                  <a:pt x="6957619" y="2073465"/>
                </a:lnTo>
                <a:lnTo>
                  <a:pt x="6957746" y="2125294"/>
                </a:lnTo>
                <a:lnTo>
                  <a:pt x="6976326" y="2174544"/>
                </a:lnTo>
                <a:lnTo>
                  <a:pt x="7029450" y="2195284"/>
                </a:lnTo>
                <a:lnTo>
                  <a:pt x="7599312" y="2195309"/>
                </a:lnTo>
                <a:lnTo>
                  <a:pt x="7694435" y="2195245"/>
                </a:lnTo>
                <a:lnTo>
                  <a:pt x="7746162" y="2175814"/>
                </a:lnTo>
                <a:lnTo>
                  <a:pt x="7763980" y="2135809"/>
                </a:lnTo>
                <a:lnTo>
                  <a:pt x="7765885" y="2125294"/>
                </a:lnTo>
                <a:lnTo>
                  <a:pt x="7765986" y="2073465"/>
                </a:lnTo>
                <a:close/>
              </a:path>
            </a:pathLst>
          </a:custGeom>
          <a:solidFill>
            <a:srgbClr val="FFFFFF">
              <a:alpha val="25098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5" name="Google Shape;65;p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731256" y="9611083"/>
            <a:ext cx="760940" cy="84582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4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6020120" y="7108455"/>
            <a:ext cx="760940" cy="84582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4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6393829" y="1750049"/>
            <a:ext cx="760937" cy="845902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4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9747973" y="8094968"/>
            <a:ext cx="760940" cy="84582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4"/>
          <p:cNvSpPr/>
          <p:nvPr/>
        </p:nvSpPr>
        <p:spPr>
          <a:xfrm>
            <a:off x="3257753" y="519232"/>
            <a:ext cx="13728700" cy="9698990"/>
          </a:xfrm>
          <a:custGeom>
            <a:rect b="b" l="l" r="r" t="t"/>
            <a:pathLst>
              <a:path extrusionOk="0" h="9698990" w="13728700">
                <a:moveTo>
                  <a:pt x="172770" y="417703"/>
                </a:moveTo>
                <a:lnTo>
                  <a:pt x="167652" y="413080"/>
                </a:lnTo>
                <a:lnTo>
                  <a:pt x="153035" y="412127"/>
                </a:lnTo>
                <a:lnTo>
                  <a:pt x="146405" y="412457"/>
                </a:lnTo>
                <a:lnTo>
                  <a:pt x="139788" y="412457"/>
                </a:lnTo>
                <a:lnTo>
                  <a:pt x="133172" y="412457"/>
                </a:lnTo>
                <a:lnTo>
                  <a:pt x="126542" y="412153"/>
                </a:lnTo>
                <a:lnTo>
                  <a:pt x="111925" y="413004"/>
                </a:lnTo>
                <a:lnTo>
                  <a:pt x="106743" y="417512"/>
                </a:lnTo>
                <a:lnTo>
                  <a:pt x="106629" y="433781"/>
                </a:lnTo>
                <a:lnTo>
                  <a:pt x="111772" y="438619"/>
                </a:lnTo>
                <a:lnTo>
                  <a:pt x="129692" y="439140"/>
                </a:lnTo>
                <a:lnTo>
                  <a:pt x="139611" y="439216"/>
                </a:lnTo>
                <a:lnTo>
                  <a:pt x="149529" y="439140"/>
                </a:lnTo>
                <a:lnTo>
                  <a:pt x="167462" y="438670"/>
                </a:lnTo>
                <a:lnTo>
                  <a:pt x="172656" y="433933"/>
                </a:lnTo>
                <a:lnTo>
                  <a:pt x="172770" y="417703"/>
                </a:lnTo>
                <a:close/>
              </a:path>
              <a:path extrusionOk="0" h="9698990" w="13728700">
                <a:moveTo>
                  <a:pt x="208368" y="561848"/>
                </a:moveTo>
                <a:lnTo>
                  <a:pt x="206857" y="553529"/>
                </a:lnTo>
                <a:lnTo>
                  <a:pt x="202438" y="548005"/>
                </a:lnTo>
                <a:lnTo>
                  <a:pt x="196176" y="545769"/>
                </a:lnTo>
                <a:lnTo>
                  <a:pt x="189166" y="547331"/>
                </a:lnTo>
                <a:lnTo>
                  <a:pt x="147916" y="570966"/>
                </a:lnTo>
                <a:lnTo>
                  <a:pt x="145745" y="578535"/>
                </a:lnTo>
                <a:lnTo>
                  <a:pt x="152895" y="591731"/>
                </a:lnTo>
                <a:lnTo>
                  <a:pt x="160502" y="593864"/>
                </a:lnTo>
                <a:lnTo>
                  <a:pt x="176593" y="585076"/>
                </a:lnTo>
                <a:lnTo>
                  <a:pt x="184848" y="580390"/>
                </a:lnTo>
                <a:lnTo>
                  <a:pt x="193014" y="575538"/>
                </a:lnTo>
                <a:lnTo>
                  <a:pt x="204647" y="568172"/>
                </a:lnTo>
                <a:lnTo>
                  <a:pt x="206870" y="563689"/>
                </a:lnTo>
                <a:lnTo>
                  <a:pt x="208368" y="561848"/>
                </a:lnTo>
                <a:close/>
              </a:path>
              <a:path extrusionOk="0" h="9698990" w="13728700">
                <a:moveTo>
                  <a:pt x="208508" y="290715"/>
                </a:moveTo>
                <a:lnTo>
                  <a:pt x="207416" y="288937"/>
                </a:lnTo>
                <a:lnTo>
                  <a:pt x="206121" y="284340"/>
                </a:lnTo>
                <a:lnTo>
                  <a:pt x="194081" y="276745"/>
                </a:lnTo>
                <a:lnTo>
                  <a:pt x="184924" y="271259"/>
                </a:lnTo>
                <a:lnTo>
                  <a:pt x="175641" y="265976"/>
                </a:lnTo>
                <a:lnTo>
                  <a:pt x="159943" y="257568"/>
                </a:lnTo>
                <a:lnTo>
                  <a:pt x="153568" y="259384"/>
                </a:lnTo>
                <a:lnTo>
                  <a:pt x="145910" y="272376"/>
                </a:lnTo>
                <a:lnTo>
                  <a:pt x="146761" y="279273"/>
                </a:lnTo>
                <a:lnTo>
                  <a:pt x="180873" y="299631"/>
                </a:lnTo>
                <a:lnTo>
                  <a:pt x="196684" y="305816"/>
                </a:lnTo>
                <a:lnTo>
                  <a:pt x="202488" y="303530"/>
                </a:lnTo>
                <a:lnTo>
                  <a:pt x="206756" y="298310"/>
                </a:lnTo>
                <a:lnTo>
                  <a:pt x="208508" y="290715"/>
                </a:lnTo>
                <a:close/>
              </a:path>
              <a:path extrusionOk="0" h="9698990" w="13728700">
                <a:moveTo>
                  <a:pt x="306260" y="198335"/>
                </a:moveTo>
                <a:lnTo>
                  <a:pt x="305854" y="194589"/>
                </a:lnTo>
                <a:lnTo>
                  <a:pt x="306044" y="193484"/>
                </a:lnTo>
                <a:lnTo>
                  <a:pt x="293751" y="171704"/>
                </a:lnTo>
                <a:lnTo>
                  <a:pt x="287591" y="161328"/>
                </a:lnTo>
                <a:lnTo>
                  <a:pt x="281000" y="151269"/>
                </a:lnTo>
                <a:lnTo>
                  <a:pt x="279095" y="148526"/>
                </a:lnTo>
                <a:lnTo>
                  <a:pt x="270230" y="148488"/>
                </a:lnTo>
                <a:lnTo>
                  <a:pt x="259435" y="152590"/>
                </a:lnTo>
                <a:lnTo>
                  <a:pt x="257530" y="159575"/>
                </a:lnTo>
                <a:lnTo>
                  <a:pt x="265772" y="175158"/>
                </a:lnTo>
                <a:lnTo>
                  <a:pt x="292481" y="208127"/>
                </a:lnTo>
                <a:lnTo>
                  <a:pt x="300888" y="206082"/>
                </a:lnTo>
                <a:lnTo>
                  <a:pt x="303949" y="200621"/>
                </a:lnTo>
                <a:lnTo>
                  <a:pt x="306260" y="198335"/>
                </a:lnTo>
                <a:close/>
              </a:path>
              <a:path extrusionOk="0" h="9698990" w="13728700">
                <a:moveTo>
                  <a:pt x="307340" y="654342"/>
                </a:moveTo>
                <a:lnTo>
                  <a:pt x="304012" y="650963"/>
                </a:lnTo>
                <a:lnTo>
                  <a:pt x="301091" y="646264"/>
                </a:lnTo>
                <a:lnTo>
                  <a:pt x="290779" y="641007"/>
                </a:lnTo>
                <a:lnTo>
                  <a:pt x="284924" y="643724"/>
                </a:lnTo>
                <a:lnTo>
                  <a:pt x="276491" y="657618"/>
                </a:lnTo>
                <a:lnTo>
                  <a:pt x="266928" y="674027"/>
                </a:lnTo>
                <a:lnTo>
                  <a:pt x="257594" y="690689"/>
                </a:lnTo>
                <a:lnTo>
                  <a:pt x="259321" y="698271"/>
                </a:lnTo>
                <a:lnTo>
                  <a:pt x="273138" y="705853"/>
                </a:lnTo>
                <a:lnTo>
                  <a:pt x="280644" y="703402"/>
                </a:lnTo>
                <a:lnTo>
                  <a:pt x="289864" y="687832"/>
                </a:lnTo>
                <a:lnTo>
                  <a:pt x="304380" y="662216"/>
                </a:lnTo>
                <a:lnTo>
                  <a:pt x="305320" y="659206"/>
                </a:lnTo>
                <a:lnTo>
                  <a:pt x="307340" y="654342"/>
                </a:lnTo>
                <a:close/>
              </a:path>
              <a:path extrusionOk="0" h="9698990" w="13728700">
                <a:moveTo>
                  <a:pt x="439216" y="711682"/>
                </a:moveTo>
                <a:lnTo>
                  <a:pt x="439140" y="701763"/>
                </a:lnTo>
                <a:lnTo>
                  <a:pt x="438619" y="683831"/>
                </a:lnTo>
                <a:lnTo>
                  <a:pt x="433768" y="678700"/>
                </a:lnTo>
                <a:lnTo>
                  <a:pt x="417537" y="678815"/>
                </a:lnTo>
                <a:lnTo>
                  <a:pt x="413004" y="683971"/>
                </a:lnTo>
                <a:lnTo>
                  <a:pt x="412165" y="698614"/>
                </a:lnTo>
                <a:lnTo>
                  <a:pt x="412470" y="705243"/>
                </a:lnTo>
                <a:lnTo>
                  <a:pt x="412470" y="711860"/>
                </a:lnTo>
                <a:lnTo>
                  <a:pt x="412470" y="718477"/>
                </a:lnTo>
                <a:lnTo>
                  <a:pt x="412127" y="725106"/>
                </a:lnTo>
                <a:lnTo>
                  <a:pt x="413080" y="739736"/>
                </a:lnTo>
                <a:lnTo>
                  <a:pt x="417728" y="744829"/>
                </a:lnTo>
                <a:lnTo>
                  <a:pt x="433920" y="744728"/>
                </a:lnTo>
                <a:lnTo>
                  <a:pt x="438683" y="739546"/>
                </a:lnTo>
                <a:lnTo>
                  <a:pt x="439140" y="721601"/>
                </a:lnTo>
                <a:lnTo>
                  <a:pt x="439216" y="711682"/>
                </a:lnTo>
                <a:close/>
              </a:path>
              <a:path extrusionOk="0" h="9698990" w="13728700">
                <a:moveTo>
                  <a:pt x="439356" y="126314"/>
                </a:moveTo>
                <a:lnTo>
                  <a:pt x="438378" y="111709"/>
                </a:lnTo>
                <a:lnTo>
                  <a:pt x="433743" y="106616"/>
                </a:lnTo>
                <a:lnTo>
                  <a:pt x="417512" y="106768"/>
                </a:lnTo>
                <a:lnTo>
                  <a:pt x="412788" y="111925"/>
                </a:lnTo>
                <a:lnTo>
                  <a:pt x="412356" y="129882"/>
                </a:lnTo>
                <a:lnTo>
                  <a:pt x="412280" y="139814"/>
                </a:lnTo>
                <a:lnTo>
                  <a:pt x="412356" y="149733"/>
                </a:lnTo>
                <a:lnTo>
                  <a:pt x="412864" y="167690"/>
                </a:lnTo>
                <a:lnTo>
                  <a:pt x="417753" y="172770"/>
                </a:lnTo>
                <a:lnTo>
                  <a:pt x="433959" y="172631"/>
                </a:lnTo>
                <a:lnTo>
                  <a:pt x="438480" y="167436"/>
                </a:lnTo>
                <a:lnTo>
                  <a:pt x="439318" y="152819"/>
                </a:lnTo>
                <a:lnTo>
                  <a:pt x="439026" y="146189"/>
                </a:lnTo>
                <a:lnTo>
                  <a:pt x="439013" y="139573"/>
                </a:lnTo>
                <a:lnTo>
                  <a:pt x="439000" y="132956"/>
                </a:lnTo>
                <a:lnTo>
                  <a:pt x="439356" y="126314"/>
                </a:lnTo>
                <a:close/>
              </a:path>
              <a:path extrusionOk="0" h="9698990" w="13728700">
                <a:moveTo>
                  <a:pt x="533044" y="588251"/>
                </a:moveTo>
                <a:lnTo>
                  <a:pt x="529551" y="578993"/>
                </a:lnTo>
                <a:lnTo>
                  <a:pt x="477227" y="488276"/>
                </a:lnTo>
                <a:lnTo>
                  <a:pt x="463880" y="465302"/>
                </a:lnTo>
                <a:lnTo>
                  <a:pt x="457746" y="454736"/>
                </a:lnTo>
                <a:lnTo>
                  <a:pt x="456869" y="450964"/>
                </a:lnTo>
                <a:lnTo>
                  <a:pt x="460146" y="445249"/>
                </a:lnTo>
                <a:lnTo>
                  <a:pt x="462013" y="439851"/>
                </a:lnTo>
                <a:lnTo>
                  <a:pt x="465416" y="430022"/>
                </a:lnTo>
                <a:lnTo>
                  <a:pt x="464400" y="415036"/>
                </a:lnTo>
                <a:lnTo>
                  <a:pt x="462915" y="412127"/>
                </a:lnTo>
                <a:lnTo>
                  <a:pt x="457530" y="401650"/>
                </a:lnTo>
                <a:lnTo>
                  <a:pt x="445173" y="391287"/>
                </a:lnTo>
                <a:lnTo>
                  <a:pt x="440067" y="388416"/>
                </a:lnTo>
                <a:lnTo>
                  <a:pt x="439458" y="386689"/>
                </a:lnTo>
                <a:lnTo>
                  <a:pt x="439458" y="419747"/>
                </a:lnTo>
                <a:lnTo>
                  <a:pt x="438315" y="433755"/>
                </a:lnTo>
                <a:lnTo>
                  <a:pt x="431406" y="439851"/>
                </a:lnTo>
                <a:lnTo>
                  <a:pt x="417042" y="437616"/>
                </a:lnTo>
                <a:lnTo>
                  <a:pt x="412686" y="432955"/>
                </a:lnTo>
                <a:lnTo>
                  <a:pt x="412597" y="418147"/>
                </a:lnTo>
                <a:lnTo>
                  <a:pt x="419468" y="412127"/>
                </a:lnTo>
                <a:lnTo>
                  <a:pt x="433539" y="412991"/>
                </a:lnTo>
                <a:lnTo>
                  <a:pt x="439458" y="419747"/>
                </a:lnTo>
                <a:lnTo>
                  <a:pt x="439458" y="386689"/>
                </a:lnTo>
                <a:lnTo>
                  <a:pt x="438962" y="385279"/>
                </a:lnTo>
                <a:lnTo>
                  <a:pt x="439077" y="359918"/>
                </a:lnTo>
                <a:lnTo>
                  <a:pt x="439026" y="214807"/>
                </a:lnTo>
                <a:lnTo>
                  <a:pt x="438797" y="205549"/>
                </a:lnTo>
                <a:lnTo>
                  <a:pt x="433285" y="199529"/>
                </a:lnTo>
                <a:lnTo>
                  <a:pt x="417817" y="199771"/>
                </a:lnTo>
                <a:lnTo>
                  <a:pt x="412750" y="205752"/>
                </a:lnTo>
                <a:lnTo>
                  <a:pt x="412445" y="214807"/>
                </a:lnTo>
                <a:lnTo>
                  <a:pt x="412432" y="339394"/>
                </a:lnTo>
                <a:lnTo>
                  <a:pt x="412546" y="384810"/>
                </a:lnTo>
                <a:lnTo>
                  <a:pt x="411327" y="388632"/>
                </a:lnTo>
                <a:lnTo>
                  <a:pt x="405206" y="392010"/>
                </a:lnTo>
                <a:lnTo>
                  <a:pt x="395249" y="400062"/>
                </a:lnTo>
                <a:lnTo>
                  <a:pt x="388734" y="410641"/>
                </a:lnTo>
                <a:lnTo>
                  <a:pt x="385927" y="422694"/>
                </a:lnTo>
                <a:lnTo>
                  <a:pt x="387121" y="435165"/>
                </a:lnTo>
                <a:lnTo>
                  <a:pt x="392468" y="447522"/>
                </a:lnTo>
                <a:lnTo>
                  <a:pt x="400939" y="457098"/>
                </a:lnTo>
                <a:lnTo>
                  <a:pt x="411937" y="463257"/>
                </a:lnTo>
                <a:lnTo>
                  <a:pt x="424929" y="465366"/>
                </a:lnTo>
                <a:lnTo>
                  <a:pt x="431977" y="465366"/>
                </a:lnTo>
                <a:lnTo>
                  <a:pt x="434975" y="468172"/>
                </a:lnTo>
                <a:lnTo>
                  <a:pt x="453961" y="501319"/>
                </a:lnTo>
                <a:lnTo>
                  <a:pt x="504139" y="588251"/>
                </a:lnTo>
                <a:lnTo>
                  <a:pt x="506056" y="591883"/>
                </a:lnTo>
                <a:lnTo>
                  <a:pt x="513372" y="599973"/>
                </a:lnTo>
                <a:lnTo>
                  <a:pt x="519328" y="600786"/>
                </a:lnTo>
                <a:lnTo>
                  <a:pt x="530796" y="593661"/>
                </a:lnTo>
                <a:lnTo>
                  <a:pt x="533044" y="588251"/>
                </a:lnTo>
                <a:close/>
              </a:path>
              <a:path extrusionOk="0" h="9698990" w="13728700">
                <a:moveTo>
                  <a:pt x="592213" y="693610"/>
                </a:moveTo>
                <a:lnTo>
                  <a:pt x="591807" y="690003"/>
                </a:lnTo>
                <a:lnTo>
                  <a:pt x="591985" y="688898"/>
                </a:lnTo>
                <a:lnTo>
                  <a:pt x="579716" y="667105"/>
                </a:lnTo>
                <a:lnTo>
                  <a:pt x="573582" y="656742"/>
                </a:lnTo>
                <a:lnTo>
                  <a:pt x="567029" y="646658"/>
                </a:lnTo>
                <a:lnTo>
                  <a:pt x="565124" y="643928"/>
                </a:lnTo>
                <a:lnTo>
                  <a:pt x="555586" y="643470"/>
                </a:lnTo>
                <a:lnTo>
                  <a:pt x="548462" y="648030"/>
                </a:lnTo>
                <a:lnTo>
                  <a:pt x="545109" y="656450"/>
                </a:lnTo>
                <a:lnTo>
                  <a:pt x="546684" y="659841"/>
                </a:lnTo>
                <a:lnTo>
                  <a:pt x="571487" y="702259"/>
                </a:lnTo>
                <a:lnTo>
                  <a:pt x="579297" y="703389"/>
                </a:lnTo>
                <a:lnTo>
                  <a:pt x="587502" y="701243"/>
                </a:lnTo>
                <a:lnTo>
                  <a:pt x="590194" y="695820"/>
                </a:lnTo>
                <a:lnTo>
                  <a:pt x="592213" y="693610"/>
                </a:lnTo>
                <a:close/>
              </a:path>
              <a:path extrusionOk="0" h="9698990" w="13728700">
                <a:moveTo>
                  <a:pt x="593140" y="158965"/>
                </a:moveTo>
                <a:lnTo>
                  <a:pt x="590029" y="155689"/>
                </a:lnTo>
                <a:lnTo>
                  <a:pt x="587235" y="150736"/>
                </a:lnTo>
                <a:lnTo>
                  <a:pt x="576630" y="145745"/>
                </a:lnTo>
                <a:lnTo>
                  <a:pt x="570560" y="148475"/>
                </a:lnTo>
                <a:lnTo>
                  <a:pt x="552958" y="178790"/>
                </a:lnTo>
                <a:lnTo>
                  <a:pt x="543725" y="195414"/>
                </a:lnTo>
                <a:lnTo>
                  <a:pt x="545261" y="202679"/>
                </a:lnTo>
                <a:lnTo>
                  <a:pt x="559041" y="210515"/>
                </a:lnTo>
                <a:lnTo>
                  <a:pt x="566445" y="208191"/>
                </a:lnTo>
                <a:lnTo>
                  <a:pt x="571347" y="200088"/>
                </a:lnTo>
                <a:lnTo>
                  <a:pt x="580275" y="184962"/>
                </a:lnTo>
                <a:lnTo>
                  <a:pt x="590448" y="167005"/>
                </a:lnTo>
                <a:lnTo>
                  <a:pt x="591235" y="163906"/>
                </a:lnTo>
                <a:lnTo>
                  <a:pt x="593140" y="158965"/>
                </a:lnTo>
                <a:close/>
              </a:path>
              <a:path extrusionOk="0" h="9698990" w="13728700">
                <a:moveTo>
                  <a:pt x="640638" y="125450"/>
                </a:moveTo>
                <a:lnTo>
                  <a:pt x="581634" y="87261"/>
                </a:lnTo>
                <a:lnTo>
                  <a:pt x="532930" y="68694"/>
                </a:lnTo>
                <a:lnTo>
                  <a:pt x="482879" y="57378"/>
                </a:lnTo>
                <a:lnTo>
                  <a:pt x="431965" y="53200"/>
                </a:lnTo>
                <a:lnTo>
                  <a:pt x="386651" y="55333"/>
                </a:lnTo>
                <a:lnTo>
                  <a:pt x="343573" y="62001"/>
                </a:lnTo>
                <a:lnTo>
                  <a:pt x="302526" y="73596"/>
                </a:lnTo>
                <a:lnTo>
                  <a:pt x="263271" y="90551"/>
                </a:lnTo>
                <a:lnTo>
                  <a:pt x="221132" y="115023"/>
                </a:lnTo>
                <a:lnTo>
                  <a:pt x="183515" y="142811"/>
                </a:lnTo>
                <a:lnTo>
                  <a:pt x="150482" y="173939"/>
                </a:lnTo>
                <a:lnTo>
                  <a:pt x="122110" y="208407"/>
                </a:lnTo>
                <a:lnTo>
                  <a:pt x="98450" y="246253"/>
                </a:lnTo>
                <a:lnTo>
                  <a:pt x="79590" y="287464"/>
                </a:lnTo>
                <a:lnTo>
                  <a:pt x="65582" y="332092"/>
                </a:lnTo>
                <a:lnTo>
                  <a:pt x="56489" y="380123"/>
                </a:lnTo>
                <a:lnTo>
                  <a:pt x="53187" y="434619"/>
                </a:lnTo>
                <a:lnTo>
                  <a:pt x="57835" y="487349"/>
                </a:lnTo>
                <a:lnTo>
                  <a:pt x="70243" y="538302"/>
                </a:lnTo>
                <a:lnTo>
                  <a:pt x="90208" y="587451"/>
                </a:lnTo>
                <a:lnTo>
                  <a:pt x="117538" y="634758"/>
                </a:lnTo>
                <a:lnTo>
                  <a:pt x="153149" y="679881"/>
                </a:lnTo>
                <a:lnTo>
                  <a:pt x="160731" y="680186"/>
                </a:lnTo>
                <a:lnTo>
                  <a:pt x="172250" y="670102"/>
                </a:lnTo>
                <a:lnTo>
                  <a:pt x="172542" y="662749"/>
                </a:lnTo>
                <a:lnTo>
                  <a:pt x="165290" y="653034"/>
                </a:lnTo>
                <a:lnTo>
                  <a:pt x="161112" y="648258"/>
                </a:lnTo>
                <a:lnTo>
                  <a:pt x="133172" y="610209"/>
                </a:lnTo>
                <a:lnTo>
                  <a:pt x="111010" y="569925"/>
                </a:lnTo>
                <a:lnTo>
                  <a:pt x="94742" y="527431"/>
                </a:lnTo>
                <a:lnTo>
                  <a:pt x="84455" y="482727"/>
                </a:lnTo>
                <a:lnTo>
                  <a:pt x="80264" y="435838"/>
                </a:lnTo>
                <a:lnTo>
                  <a:pt x="82296" y="385025"/>
                </a:lnTo>
                <a:lnTo>
                  <a:pt x="90881" y="336791"/>
                </a:lnTo>
                <a:lnTo>
                  <a:pt x="106057" y="291261"/>
                </a:lnTo>
                <a:lnTo>
                  <a:pt x="127850" y="248577"/>
                </a:lnTo>
                <a:lnTo>
                  <a:pt x="156311" y="208864"/>
                </a:lnTo>
                <a:lnTo>
                  <a:pt x="191490" y="172237"/>
                </a:lnTo>
                <a:lnTo>
                  <a:pt x="233159" y="139014"/>
                </a:lnTo>
                <a:lnTo>
                  <a:pt x="276771" y="113233"/>
                </a:lnTo>
                <a:lnTo>
                  <a:pt x="322262" y="94818"/>
                </a:lnTo>
                <a:lnTo>
                  <a:pt x="369570" y="83705"/>
                </a:lnTo>
                <a:lnTo>
                  <a:pt x="418617" y="79832"/>
                </a:lnTo>
                <a:lnTo>
                  <a:pt x="469328" y="83121"/>
                </a:lnTo>
                <a:lnTo>
                  <a:pt x="521665" y="93484"/>
                </a:lnTo>
                <a:lnTo>
                  <a:pt x="569772" y="110909"/>
                </a:lnTo>
                <a:lnTo>
                  <a:pt x="614565" y="135940"/>
                </a:lnTo>
                <a:lnTo>
                  <a:pt x="621741" y="139369"/>
                </a:lnTo>
                <a:lnTo>
                  <a:pt x="628065" y="139903"/>
                </a:lnTo>
                <a:lnTo>
                  <a:pt x="633285" y="137617"/>
                </a:lnTo>
                <a:lnTo>
                  <a:pt x="637146" y="132613"/>
                </a:lnTo>
                <a:lnTo>
                  <a:pt x="640638" y="125450"/>
                </a:lnTo>
                <a:close/>
              </a:path>
              <a:path extrusionOk="0" h="9698990" w="13728700">
                <a:moveTo>
                  <a:pt x="702983" y="270230"/>
                </a:moveTo>
                <a:lnTo>
                  <a:pt x="698906" y="259410"/>
                </a:lnTo>
                <a:lnTo>
                  <a:pt x="691870" y="257543"/>
                </a:lnTo>
                <a:lnTo>
                  <a:pt x="676300" y="265747"/>
                </a:lnTo>
                <a:lnTo>
                  <a:pt x="643280" y="292468"/>
                </a:lnTo>
                <a:lnTo>
                  <a:pt x="645337" y="300850"/>
                </a:lnTo>
                <a:lnTo>
                  <a:pt x="650824" y="303911"/>
                </a:lnTo>
                <a:lnTo>
                  <a:pt x="653135" y="306235"/>
                </a:lnTo>
                <a:lnTo>
                  <a:pt x="656856" y="305841"/>
                </a:lnTo>
                <a:lnTo>
                  <a:pt x="657948" y="306031"/>
                </a:lnTo>
                <a:lnTo>
                  <a:pt x="679742" y="293738"/>
                </a:lnTo>
                <a:lnTo>
                  <a:pt x="690118" y="287591"/>
                </a:lnTo>
                <a:lnTo>
                  <a:pt x="700189" y="281012"/>
                </a:lnTo>
                <a:lnTo>
                  <a:pt x="702945" y="279107"/>
                </a:lnTo>
                <a:lnTo>
                  <a:pt x="702983" y="270230"/>
                </a:lnTo>
                <a:close/>
              </a:path>
              <a:path extrusionOk="0" h="9698990" w="13728700">
                <a:moveTo>
                  <a:pt x="705713" y="578281"/>
                </a:moveTo>
                <a:lnTo>
                  <a:pt x="661403" y="546633"/>
                </a:lnTo>
                <a:lnTo>
                  <a:pt x="658596" y="545973"/>
                </a:lnTo>
                <a:lnTo>
                  <a:pt x="653961" y="544245"/>
                </a:lnTo>
                <a:lnTo>
                  <a:pt x="650709" y="547585"/>
                </a:lnTo>
                <a:lnTo>
                  <a:pt x="646087" y="550621"/>
                </a:lnTo>
                <a:lnTo>
                  <a:pt x="641019" y="561060"/>
                </a:lnTo>
                <a:lnTo>
                  <a:pt x="643966" y="566762"/>
                </a:lnTo>
                <a:lnTo>
                  <a:pt x="658075" y="575259"/>
                </a:lnTo>
                <a:lnTo>
                  <a:pt x="674903" y="585038"/>
                </a:lnTo>
                <a:lnTo>
                  <a:pt x="691159" y="593928"/>
                </a:lnTo>
                <a:lnTo>
                  <a:pt x="698817" y="591616"/>
                </a:lnTo>
                <a:lnTo>
                  <a:pt x="705713" y="578281"/>
                </a:lnTo>
                <a:close/>
              </a:path>
              <a:path extrusionOk="0" h="9698990" w="13728700">
                <a:moveTo>
                  <a:pt x="706932" y="181584"/>
                </a:moveTo>
                <a:lnTo>
                  <a:pt x="671436" y="145973"/>
                </a:lnTo>
                <a:lnTo>
                  <a:pt x="668058" y="145288"/>
                </a:lnTo>
                <a:lnTo>
                  <a:pt x="663625" y="143243"/>
                </a:lnTo>
                <a:lnTo>
                  <a:pt x="660184" y="146392"/>
                </a:lnTo>
                <a:lnTo>
                  <a:pt x="654799" y="149047"/>
                </a:lnTo>
                <a:lnTo>
                  <a:pt x="652437" y="157213"/>
                </a:lnTo>
                <a:lnTo>
                  <a:pt x="688162" y="198983"/>
                </a:lnTo>
                <a:lnTo>
                  <a:pt x="694918" y="199402"/>
                </a:lnTo>
                <a:lnTo>
                  <a:pt x="706488" y="188302"/>
                </a:lnTo>
                <a:lnTo>
                  <a:pt x="706932" y="181584"/>
                </a:lnTo>
                <a:close/>
              </a:path>
              <a:path extrusionOk="0" h="9698990" w="13728700">
                <a:moveTo>
                  <a:pt x="744829" y="433768"/>
                </a:moveTo>
                <a:lnTo>
                  <a:pt x="744728" y="417525"/>
                </a:lnTo>
                <a:lnTo>
                  <a:pt x="739559" y="413016"/>
                </a:lnTo>
                <a:lnTo>
                  <a:pt x="725258" y="412153"/>
                </a:lnTo>
                <a:lnTo>
                  <a:pt x="718934" y="412457"/>
                </a:lnTo>
                <a:lnTo>
                  <a:pt x="712635" y="412457"/>
                </a:lnTo>
                <a:lnTo>
                  <a:pt x="705700" y="412457"/>
                </a:lnTo>
                <a:lnTo>
                  <a:pt x="698754" y="412127"/>
                </a:lnTo>
                <a:lnTo>
                  <a:pt x="683831" y="413054"/>
                </a:lnTo>
                <a:lnTo>
                  <a:pt x="678726" y="417677"/>
                </a:lnTo>
                <a:lnTo>
                  <a:pt x="678827" y="433946"/>
                </a:lnTo>
                <a:lnTo>
                  <a:pt x="684022" y="438670"/>
                </a:lnTo>
                <a:lnTo>
                  <a:pt x="701929" y="439140"/>
                </a:lnTo>
                <a:lnTo>
                  <a:pt x="711860" y="439216"/>
                </a:lnTo>
                <a:lnTo>
                  <a:pt x="721779" y="439140"/>
                </a:lnTo>
                <a:lnTo>
                  <a:pt x="739698" y="438619"/>
                </a:lnTo>
                <a:lnTo>
                  <a:pt x="744829" y="433768"/>
                </a:lnTo>
                <a:close/>
              </a:path>
              <a:path extrusionOk="0" h="9698990" w="13728700">
                <a:moveTo>
                  <a:pt x="798258" y="425069"/>
                </a:moveTo>
                <a:lnTo>
                  <a:pt x="794562" y="372656"/>
                </a:lnTo>
                <a:lnTo>
                  <a:pt x="783551" y="321792"/>
                </a:lnTo>
                <a:lnTo>
                  <a:pt x="765289" y="272656"/>
                </a:lnTo>
                <a:lnTo>
                  <a:pt x="739813" y="225463"/>
                </a:lnTo>
                <a:lnTo>
                  <a:pt x="723049" y="212864"/>
                </a:lnTo>
                <a:lnTo>
                  <a:pt x="717296" y="215176"/>
                </a:lnTo>
                <a:lnTo>
                  <a:pt x="712952" y="219468"/>
                </a:lnTo>
                <a:lnTo>
                  <a:pt x="711581" y="224878"/>
                </a:lnTo>
                <a:lnTo>
                  <a:pt x="713092" y="231648"/>
                </a:lnTo>
                <a:lnTo>
                  <a:pt x="717461" y="240042"/>
                </a:lnTo>
                <a:lnTo>
                  <a:pt x="741299" y="284416"/>
                </a:lnTo>
                <a:lnTo>
                  <a:pt x="758393" y="329806"/>
                </a:lnTo>
                <a:lnTo>
                  <a:pt x="768667" y="376186"/>
                </a:lnTo>
                <a:lnTo>
                  <a:pt x="772071" y="423506"/>
                </a:lnTo>
                <a:lnTo>
                  <a:pt x="768502" y="471728"/>
                </a:lnTo>
                <a:lnTo>
                  <a:pt x="757923" y="520814"/>
                </a:lnTo>
                <a:lnTo>
                  <a:pt x="740600" y="568248"/>
                </a:lnTo>
                <a:lnTo>
                  <a:pt x="717169" y="611797"/>
                </a:lnTo>
                <a:lnTo>
                  <a:pt x="688174" y="651027"/>
                </a:lnTo>
                <a:lnTo>
                  <a:pt x="654240" y="685507"/>
                </a:lnTo>
                <a:lnTo>
                  <a:pt x="615937" y="714794"/>
                </a:lnTo>
                <a:lnTo>
                  <a:pt x="573849" y="738479"/>
                </a:lnTo>
                <a:lnTo>
                  <a:pt x="528586" y="756094"/>
                </a:lnTo>
                <a:lnTo>
                  <a:pt x="480720" y="767232"/>
                </a:lnTo>
                <a:lnTo>
                  <a:pt x="430847" y="771436"/>
                </a:lnTo>
                <a:lnTo>
                  <a:pt x="383819" y="769010"/>
                </a:lnTo>
                <a:lnTo>
                  <a:pt x="338696" y="760615"/>
                </a:lnTo>
                <a:lnTo>
                  <a:pt x="295516" y="746264"/>
                </a:lnTo>
                <a:lnTo>
                  <a:pt x="254292" y="725995"/>
                </a:lnTo>
                <a:lnTo>
                  <a:pt x="215023" y="699858"/>
                </a:lnTo>
                <a:lnTo>
                  <a:pt x="210019" y="695972"/>
                </a:lnTo>
                <a:lnTo>
                  <a:pt x="200850" y="690067"/>
                </a:lnTo>
                <a:lnTo>
                  <a:pt x="194538" y="690537"/>
                </a:lnTo>
                <a:lnTo>
                  <a:pt x="184162" y="703021"/>
                </a:lnTo>
                <a:lnTo>
                  <a:pt x="185458" y="709447"/>
                </a:lnTo>
                <a:lnTo>
                  <a:pt x="237769" y="747039"/>
                </a:lnTo>
                <a:lnTo>
                  <a:pt x="278879" y="768159"/>
                </a:lnTo>
                <a:lnTo>
                  <a:pt x="321246" y="783780"/>
                </a:lnTo>
                <a:lnTo>
                  <a:pt x="364858" y="793826"/>
                </a:lnTo>
                <a:lnTo>
                  <a:pt x="409702" y="798258"/>
                </a:lnTo>
                <a:lnTo>
                  <a:pt x="455752" y="797001"/>
                </a:lnTo>
                <a:lnTo>
                  <a:pt x="502970" y="789990"/>
                </a:lnTo>
                <a:lnTo>
                  <a:pt x="548817" y="777405"/>
                </a:lnTo>
                <a:lnTo>
                  <a:pt x="591832" y="759447"/>
                </a:lnTo>
                <a:lnTo>
                  <a:pt x="631710" y="736523"/>
                </a:lnTo>
                <a:lnTo>
                  <a:pt x="668096" y="709066"/>
                </a:lnTo>
                <a:lnTo>
                  <a:pt x="700697" y="677494"/>
                </a:lnTo>
                <a:lnTo>
                  <a:pt x="729170" y="642226"/>
                </a:lnTo>
                <a:lnTo>
                  <a:pt x="753186" y="603669"/>
                </a:lnTo>
                <a:lnTo>
                  <a:pt x="772426" y="562254"/>
                </a:lnTo>
                <a:lnTo>
                  <a:pt x="786574" y="518401"/>
                </a:lnTo>
                <a:lnTo>
                  <a:pt x="795299" y="472541"/>
                </a:lnTo>
                <a:lnTo>
                  <a:pt x="798258" y="425069"/>
                </a:lnTo>
                <a:close/>
              </a:path>
              <a:path extrusionOk="0" h="9698990" w="13728700">
                <a:moveTo>
                  <a:pt x="851484" y="426300"/>
                </a:moveTo>
                <a:lnTo>
                  <a:pt x="849033" y="379806"/>
                </a:lnTo>
                <a:lnTo>
                  <a:pt x="841768" y="334860"/>
                </a:lnTo>
                <a:lnTo>
                  <a:pt x="829868" y="291338"/>
                </a:lnTo>
                <a:lnTo>
                  <a:pt x="824814" y="278447"/>
                </a:lnTo>
                <a:lnTo>
                  <a:pt x="824814" y="426300"/>
                </a:lnTo>
                <a:lnTo>
                  <a:pt x="822045" y="472846"/>
                </a:lnTo>
                <a:lnTo>
                  <a:pt x="814120" y="517791"/>
                </a:lnTo>
                <a:lnTo>
                  <a:pt x="801319" y="560870"/>
                </a:lnTo>
                <a:lnTo>
                  <a:pt x="783971" y="601751"/>
                </a:lnTo>
                <a:lnTo>
                  <a:pt x="762355" y="640156"/>
                </a:lnTo>
                <a:lnTo>
                  <a:pt x="736765" y="675779"/>
                </a:lnTo>
                <a:lnTo>
                  <a:pt x="707529" y="708317"/>
                </a:lnTo>
                <a:lnTo>
                  <a:pt x="674916" y="737489"/>
                </a:lnTo>
                <a:lnTo>
                  <a:pt x="639254" y="762977"/>
                </a:lnTo>
                <a:lnTo>
                  <a:pt x="600811" y="784491"/>
                </a:lnTo>
                <a:lnTo>
                  <a:pt x="559904" y="801738"/>
                </a:lnTo>
                <a:lnTo>
                  <a:pt x="516839" y="814400"/>
                </a:lnTo>
                <a:lnTo>
                  <a:pt x="471906" y="822198"/>
                </a:lnTo>
                <a:lnTo>
                  <a:pt x="425399" y="824826"/>
                </a:lnTo>
                <a:lnTo>
                  <a:pt x="378866" y="822083"/>
                </a:lnTo>
                <a:lnTo>
                  <a:pt x="333933" y="814184"/>
                </a:lnTo>
                <a:lnTo>
                  <a:pt x="290868" y="801420"/>
                </a:lnTo>
                <a:lnTo>
                  <a:pt x="249974" y="784098"/>
                </a:lnTo>
                <a:lnTo>
                  <a:pt x="211569" y="762495"/>
                </a:lnTo>
                <a:lnTo>
                  <a:pt x="175933" y="736942"/>
                </a:lnTo>
                <a:lnTo>
                  <a:pt x="143370" y="707720"/>
                </a:lnTo>
                <a:lnTo>
                  <a:pt x="114185" y="675119"/>
                </a:lnTo>
                <a:lnTo>
                  <a:pt x="88671" y="639470"/>
                </a:lnTo>
                <a:lnTo>
                  <a:pt x="67132" y="601040"/>
                </a:lnTo>
                <a:lnTo>
                  <a:pt x="49860" y="560133"/>
                </a:lnTo>
                <a:lnTo>
                  <a:pt x="37160" y="517067"/>
                </a:lnTo>
                <a:lnTo>
                  <a:pt x="29337" y="472135"/>
                </a:lnTo>
                <a:lnTo>
                  <a:pt x="26670" y="425627"/>
                </a:lnTo>
                <a:lnTo>
                  <a:pt x="29375" y="379031"/>
                </a:lnTo>
                <a:lnTo>
                  <a:pt x="37274" y="334010"/>
                </a:lnTo>
                <a:lnTo>
                  <a:pt x="50063" y="290868"/>
                </a:lnTo>
                <a:lnTo>
                  <a:pt x="67424" y="249910"/>
                </a:lnTo>
                <a:lnTo>
                  <a:pt x="89065" y="211429"/>
                </a:lnTo>
                <a:lnTo>
                  <a:pt x="114681" y="175742"/>
                </a:lnTo>
                <a:lnTo>
                  <a:pt x="143979" y="143129"/>
                </a:lnTo>
                <a:lnTo>
                  <a:pt x="176644" y="113919"/>
                </a:lnTo>
                <a:lnTo>
                  <a:pt x="212394" y="88392"/>
                </a:lnTo>
                <a:lnTo>
                  <a:pt x="250901" y="66852"/>
                </a:lnTo>
                <a:lnTo>
                  <a:pt x="291871" y="49606"/>
                </a:lnTo>
                <a:lnTo>
                  <a:pt x="335000" y="36957"/>
                </a:lnTo>
                <a:lnTo>
                  <a:pt x="379996" y="29210"/>
                </a:lnTo>
                <a:lnTo>
                  <a:pt x="426554" y="26657"/>
                </a:lnTo>
                <a:lnTo>
                  <a:pt x="473113" y="29476"/>
                </a:lnTo>
                <a:lnTo>
                  <a:pt x="518083" y="37439"/>
                </a:lnTo>
                <a:lnTo>
                  <a:pt x="561149" y="50266"/>
                </a:lnTo>
                <a:lnTo>
                  <a:pt x="602030" y="67652"/>
                </a:lnTo>
                <a:lnTo>
                  <a:pt x="640422" y="89293"/>
                </a:lnTo>
                <a:lnTo>
                  <a:pt x="676033" y="114896"/>
                </a:lnTo>
                <a:lnTo>
                  <a:pt x="708558" y="144145"/>
                </a:lnTo>
                <a:lnTo>
                  <a:pt x="737692" y="176771"/>
                </a:lnTo>
                <a:lnTo>
                  <a:pt x="763155" y="212445"/>
                </a:lnTo>
                <a:lnTo>
                  <a:pt x="784631" y="250888"/>
                </a:lnTo>
                <a:lnTo>
                  <a:pt x="801839" y="291795"/>
                </a:lnTo>
                <a:lnTo>
                  <a:pt x="814476" y="334860"/>
                </a:lnTo>
                <a:lnTo>
                  <a:pt x="822236" y="379806"/>
                </a:lnTo>
                <a:lnTo>
                  <a:pt x="824814" y="426300"/>
                </a:lnTo>
                <a:lnTo>
                  <a:pt x="824814" y="278447"/>
                </a:lnTo>
                <a:lnTo>
                  <a:pt x="793445" y="210883"/>
                </a:lnTo>
                <a:lnTo>
                  <a:pt x="769454" y="174307"/>
                </a:lnTo>
                <a:lnTo>
                  <a:pt x="741908" y="140462"/>
                </a:lnTo>
                <a:lnTo>
                  <a:pt x="711085" y="109639"/>
                </a:lnTo>
                <a:lnTo>
                  <a:pt x="677252" y="82080"/>
                </a:lnTo>
                <a:lnTo>
                  <a:pt x="640664" y="58064"/>
                </a:lnTo>
                <a:lnTo>
                  <a:pt x="601573" y="37820"/>
                </a:lnTo>
                <a:lnTo>
                  <a:pt x="573049" y="26657"/>
                </a:lnTo>
                <a:lnTo>
                  <a:pt x="560260" y="21640"/>
                </a:lnTo>
                <a:lnTo>
                  <a:pt x="516953" y="9766"/>
                </a:lnTo>
                <a:lnTo>
                  <a:pt x="471932" y="2463"/>
                </a:lnTo>
                <a:lnTo>
                  <a:pt x="425450" y="0"/>
                </a:lnTo>
                <a:lnTo>
                  <a:pt x="379056" y="2514"/>
                </a:lnTo>
                <a:lnTo>
                  <a:pt x="334124" y="9842"/>
                </a:lnTo>
                <a:lnTo>
                  <a:pt x="290906" y="21742"/>
                </a:lnTo>
                <a:lnTo>
                  <a:pt x="249656" y="37934"/>
                </a:lnTo>
                <a:lnTo>
                  <a:pt x="210642" y="58166"/>
                </a:lnTo>
                <a:lnTo>
                  <a:pt x="174104" y="82181"/>
                </a:lnTo>
                <a:lnTo>
                  <a:pt x="140322" y="109715"/>
                </a:lnTo>
                <a:lnTo>
                  <a:pt x="109537" y="140525"/>
                </a:lnTo>
                <a:lnTo>
                  <a:pt x="82029" y="174320"/>
                </a:lnTo>
                <a:lnTo>
                  <a:pt x="58026" y="210908"/>
                </a:lnTo>
                <a:lnTo>
                  <a:pt x="37795" y="249999"/>
                </a:lnTo>
                <a:lnTo>
                  <a:pt x="21666" y="291185"/>
                </a:lnTo>
                <a:lnTo>
                  <a:pt x="9804" y="334429"/>
                </a:lnTo>
                <a:lnTo>
                  <a:pt x="2540" y="379031"/>
                </a:lnTo>
                <a:lnTo>
                  <a:pt x="0" y="425627"/>
                </a:lnTo>
                <a:lnTo>
                  <a:pt x="25" y="426300"/>
                </a:lnTo>
                <a:lnTo>
                  <a:pt x="2489" y="472135"/>
                </a:lnTo>
                <a:lnTo>
                  <a:pt x="9804" y="517067"/>
                </a:lnTo>
                <a:lnTo>
                  <a:pt x="21678" y="560336"/>
                </a:lnTo>
                <a:lnTo>
                  <a:pt x="37858" y="601599"/>
                </a:lnTo>
                <a:lnTo>
                  <a:pt x="58077" y="640626"/>
                </a:lnTo>
                <a:lnTo>
                  <a:pt x="82080" y="677176"/>
                </a:lnTo>
                <a:lnTo>
                  <a:pt x="109601" y="710984"/>
                </a:lnTo>
                <a:lnTo>
                  <a:pt x="140385" y="741781"/>
                </a:lnTo>
                <a:lnTo>
                  <a:pt x="174180" y="769315"/>
                </a:lnTo>
                <a:lnTo>
                  <a:pt x="210718" y="793318"/>
                </a:lnTo>
                <a:lnTo>
                  <a:pt x="249745" y="813549"/>
                </a:lnTo>
                <a:lnTo>
                  <a:pt x="290995" y="829741"/>
                </a:lnTo>
                <a:lnTo>
                  <a:pt x="334225" y="841641"/>
                </a:lnTo>
                <a:lnTo>
                  <a:pt x="379158" y="848969"/>
                </a:lnTo>
                <a:lnTo>
                  <a:pt x="425538" y="851484"/>
                </a:lnTo>
                <a:lnTo>
                  <a:pt x="471944" y="849007"/>
                </a:lnTo>
                <a:lnTo>
                  <a:pt x="516890" y="841717"/>
                </a:lnTo>
                <a:lnTo>
                  <a:pt x="560133" y="829856"/>
                </a:lnTo>
                <a:lnTo>
                  <a:pt x="601408" y="813701"/>
                </a:lnTo>
                <a:lnTo>
                  <a:pt x="640461" y="793508"/>
                </a:lnTo>
                <a:lnTo>
                  <a:pt x="677024" y="769518"/>
                </a:lnTo>
                <a:lnTo>
                  <a:pt x="710844" y="742010"/>
                </a:lnTo>
                <a:lnTo>
                  <a:pt x="741654" y="711238"/>
                </a:lnTo>
                <a:lnTo>
                  <a:pt x="769213" y="677456"/>
                </a:lnTo>
                <a:lnTo>
                  <a:pt x="793242" y="640930"/>
                </a:lnTo>
                <a:lnTo>
                  <a:pt x="813498" y="601916"/>
                </a:lnTo>
                <a:lnTo>
                  <a:pt x="829703" y="560666"/>
                </a:lnTo>
                <a:lnTo>
                  <a:pt x="841616" y="517448"/>
                </a:lnTo>
                <a:lnTo>
                  <a:pt x="848906" y="472846"/>
                </a:lnTo>
                <a:lnTo>
                  <a:pt x="848982" y="472135"/>
                </a:lnTo>
                <a:lnTo>
                  <a:pt x="851484" y="426300"/>
                </a:lnTo>
                <a:close/>
              </a:path>
              <a:path extrusionOk="0" h="9698990" w="13728700">
                <a:moveTo>
                  <a:pt x="4544580" y="9265158"/>
                </a:moveTo>
                <a:lnTo>
                  <a:pt x="4539462" y="9260548"/>
                </a:lnTo>
                <a:lnTo>
                  <a:pt x="4524857" y="9259595"/>
                </a:lnTo>
                <a:lnTo>
                  <a:pt x="4518215" y="9259926"/>
                </a:lnTo>
                <a:lnTo>
                  <a:pt x="4511599" y="9259926"/>
                </a:lnTo>
                <a:lnTo>
                  <a:pt x="4504982" y="9259926"/>
                </a:lnTo>
                <a:lnTo>
                  <a:pt x="4498352" y="9259608"/>
                </a:lnTo>
                <a:lnTo>
                  <a:pt x="4483735" y="9260472"/>
                </a:lnTo>
                <a:lnTo>
                  <a:pt x="4478566" y="9264980"/>
                </a:lnTo>
                <a:lnTo>
                  <a:pt x="4478439" y="9281249"/>
                </a:lnTo>
                <a:lnTo>
                  <a:pt x="4483582" y="9286088"/>
                </a:lnTo>
                <a:lnTo>
                  <a:pt x="4501502" y="9286608"/>
                </a:lnTo>
                <a:lnTo>
                  <a:pt x="4511421" y="9286684"/>
                </a:lnTo>
                <a:lnTo>
                  <a:pt x="4521339" y="9286608"/>
                </a:lnTo>
                <a:lnTo>
                  <a:pt x="4539272" y="9286138"/>
                </a:lnTo>
                <a:lnTo>
                  <a:pt x="4544466" y="9281401"/>
                </a:lnTo>
                <a:lnTo>
                  <a:pt x="4544580" y="9265158"/>
                </a:lnTo>
                <a:close/>
              </a:path>
              <a:path extrusionOk="0" h="9698990" w="13728700">
                <a:moveTo>
                  <a:pt x="4580179" y="9409303"/>
                </a:moveTo>
                <a:lnTo>
                  <a:pt x="4578667" y="9400997"/>
                </a:lnTo>
                <a:lnTo>
                  <a:pt x="4574248" y="9395473"/>
                </a:lnTo>
                <a:lnTo>
                  <a:pt x="4567999" y="9393237"/>
                </a:lnTo>
                <a:lnTo>
                  <a:pt x="4560989" y="9394800"/>
                </a:lnTo>
                <a:lnTo>
                  <a:pt x="4519727" y="9418422"/>
                </a:lnTo>
                <a:lnTo>
                  <a:pt x="4517555" y="9426003"/>
                </a:lnTo>
                <a:lnTo>
                  <a:pt x="4524705" y="9439199"/>
                </a:lnTo>
                <a:lnTo>
                  <a:pt x="4532312" y="9441332"/>
                </a:lnTo>
                <a:lnTo>
                  <a:pt x="4548403" y="9432544"/>
                </a:lnTo>
                <a:lnTo>
                  <a:pt x="4556658" y="9427858"/>
                </a:lnTo>
                <a:lnTo>
                  <a:pt x="4564824" y="9423006"/>
                </a:lnTo>
                <a:lnTo>
                  <a:pt x="4576470" y="9415628"/>
                </a:lnTo>
                <a:lnTo>
                  <a:pt x="4578680" y="9411144"/>
                </a:lnTo>
                <a:lnTo>
                  <a:pt x="4580179" y="9409303"/>
                </a:lnTo>
                <a:close/>
              </a:path>
              <a:path extrusionOk="0" h="9698990" w="13728700">
                <a:moveTo>
                  <a:pt x="4580318" y="9138183"/>
                </a:moveTo>
                <a:lnTo>
                  <a:pt x="4579226" y="9136405"/>
                </a:lnTo>
                <a:lnTo>
                  <a:pt x="4577943" y="9131808"/>
                </a:lnTo>
                <a:lnTo>
                  <a:pt x="4565891" y="9124213"/>
                </a:lnTo>
                <a:lnTo>
                  <a:pt x="4556734" y="9118727"/>
                </a:lnTo>
                <a:lnTo>
                  <a:pt x="4547451" y="9113444"/>
                </a:lnTo>
                <a:lnTo>
                  <a:pt x="4531753" y="9105024"/>
                </a:lnTo>
                <a:lnTo>
                  <a:pt x="4525378" y="9106852"/>
                </a:lnTo>
                <a:lnTo>
                  <a:pt x="4517720" y="9119845"/>
                </a:lnTo>
                <a:lnTo>
                  <a:pt x="4518584" y="9126741"/>
                </a:lnTo>
                <a:lnTo>
                  <a:pt x="4552683" y="9147099"/>
                </a:lnTo>
                <a:lnTo>
                  <a:pt x="4568507" y="9153284"/>
                </a:lnTo>
                <a:lnTo>
                  <a:pt x="4574298" y="9150998"/>
                </a:lnTo>
                <a:lnTo>
                  <a:pt x="4578566" y="9145778"/>
                </a:lnTo>
                <a:lnTo>
                  <a:pt x="4580318" y="9138183"/>
                </a:lnTo>
                <a:close/>
              </a:path>
              <a:path extrusionOk="0" h="9698990" w="13728700">
                <a:moveTo>
                  <a:pt x="4678070" y="9045804"/>
                </a:moveTo>
                <a:lnTo>
                  <a:pt x="4677664" y="9042057"/>
                </a:lnTo>
                <a:lnTo>
                  <a:pt x="4677854" y="9040952"/>
                </a:lnTo>
                <a:lnTo>
                  <a:pt x="4665561" y="9019159"/>
                </a:lnTo>
                <a:lnTo>
                  <a:pt x="4659401" y="9008796"/>
                </a:lnTo>
                <a:lnTo>
                  <a:pt x="4652810" y="8998725"/>
                </a:lnTo>
                <a:lnTo>
                  <a:pt x="4650905" y="8995981"/>
                </a:lnTo>
                <a:lnTo>
                  <a:pt x="4642053" y="8995956"/>
                </a:lnTo>
                <a:lnTo>
                  <a:pt x="4631245" y="9000045"/>
                </a:lnTo>
                <a:lnTo>
                  <a:pt x="4629340" y="9007043"/>
                </a:lnTo>
                <a:lnTo>
                  <a:pt x="4637583" y="9022626"/>
                </a:lnTo>
                <a:lnTo>
                  <a:pt x="4664303" y="9055595"/>
                </a:lnTo>
                <a:lnTo>
                  <a:pt x="4672698" y="9053551"/>
                </a:lnTo>
                <a:lnTo>
                  <a:pt x="4675759" y="9048090"/>
                </a:lnTo>
                <a:lnTo>
                  <a:pt x="4678070" y="9045804"/>
                </a:lnTo>
                <a:close/>
              </a:path>
              <a:path extrusionOk="0" h="9698990" w="13728700">
                <a:moveTo>
                  <a:pt x="4679150" y="9501810"/>
                </a:moveTo>
                <a:lnTo>
                  <a:pt x="4675822" y="9498432"/>
                </a:lnTo>
                <a:lnTo>
                  <a:pt x="4672901" y="9493733"/>
                </a:lnTo>
                <a:lnTo>
                  <a:pt x="4662589" y="9488462"/>
                </a:lnTo>
                <a:lnTo>
                  <a:pt x="4656734" y="9491193"/>
                </a:lnTo>
                <a:lnTo>
                  <a:pt x="4648301" y="9505086"/>
                </a:lnTo>
                <a:lnTo>
                  <a:pt x="4638738" y="9521495"/>
                </a:lnTo>
                <a:lnTo>
                  <a:pt x="4629404" y="9538157"/>
                </a:lnTo>
                <a:lnTo>
                  <a:pt x="4631131" y="9545739"/>
                </a:lnTo>
                <a:lnTo>
                  <a:pt x="4644949" y="9553308"/>
                </a:lnTo>
                <a:lnTo>
                  <a:pt x="4652454" y="9550857"/>
                </a:lnTo>
                <a:lnTo>
                  <a:pt x="4661674" y="9535287"/>
                </a:lnTo>
                <a:lnTo>
                  <a:pt x="4676191" y="9509684"/>
                </a:lnTo>
                <a:lnTo>
                  <a:pt x="4677130" y="9506661"/>
                </a:lnTo>
                <a:lnTo>
                  <a:pt x="4679150" y="9501810"/>
                </a:lnTo>
                <a:close/>
              </a:path>
              <a:path extrusionOk="0" h="9698990" w="13728700">
                <a:moveTo>
                  <a:pt x="4811026" y="9559150"/>
                </a:moveTo>
                <a:lnTo>
                  <a:pt x="4810950" y="9549232"/>
                </a:lnTo>
                <a:lnTo>
                  <a:pt x="4810442" y="9531286"/>
                </a:lnTo>
                <a:lnTo>
                  <a:pt x="4805578" y="9526168"/>
                </a:lnTo>
                <a:lnTo>
                  <a:pt x="4789348" y="9526283"/>
                </a:lnTo>
                <a:lnTo>
                  <a:pt x="4784814" y="9531439"/>
                </a:lnTo>
                <a:lnTo>
                  <a:pt x="4783975" y="9546069"/>
                </a:lnTo>
                <a:lnTo>
                  <a:pt x="4784280" y="9552699"/>
                </a:lnTo>
                <a:lnTo>
                  <a:pt x="4784280" y="9559315"/>
                </a:lnTo>
                <a:lnTo>
                  <a:pt x="4784280" y="9565932"/>
                </a:lnTo>
                <a:lnTo>
                  <a:pt x="4783950" y="9572561"/>
                </a:lnTo>
                <a:lnTo>
                  <a:pt x="4784890" y="9587205"/>
                </a:lnTo>
                <a:lnTo>
                  <a:pt x="4789538" y="9592297"/>
                </a:lnTo>
                <a:lnTo>
                  <a:pt x="4805731" y="9592183"/>
                </a:lnTo>
                <a:lnTo>
                  <a:pt x="4810493" y="9587001"/>
                </a:lnTo>
                <a:lnTo>
                  <a:pt x="4810950" y="9569069"/>
                </a:lnTo>
                <a:lnTo>
                  <a:pt x="4811026" y="9559150"/>
                </a:lnTo>
                <a:close/>
              </a:path>
              <a:path extrusionOk="0" h="9698990" w="13728700">
                <a:moveTo>
                  <a:pt x="4811166" y="8973782"/>
                </a:moveTo>
                <a:lnTo>
                  <a:pt x="4810188" y="8959177"/>
                </a:lnTo>
                <a:lnTo>
                  <a:pt x="4805553" y="8954071"/>
                </a:lnTo>
                <a:lnTo>
                  <a:pt x="4789322" y="8954237"/>
                </a:lnTo>
                <a:lnTo>
                  <a:pt x="4784598" y="8959393"/>
                </a:lnTo>
                <a:lnTo>
                  <a:pt x="4784166" y="8977351"/>
                </a:lnTo>
                <a:lnTo>
                  <a:pt x="4784090" y="8987282"/>
                </a:lnTo>
                <a:lnTo>
                  <a:pt x="4784166" y="8997201"/>
                </a:lnTo>
                <a:lnTo>
                  <a:pt x="4784674" y="9015158"/>
                </a:lnTo>
                <a:lnTo>
                  <a:pt x="4789576" y="9020238"/>
                </a:lnTo>
                <a:lnTo>
                  <a:pt x="4805769" y="9020099"/>
                </a:lnTo>
                <a:lnTo>
                  <a:pt x="4810290" y="9014904"/>
                </a:lnTo>
                <a:lnTo>
                  <a:pt x="4811128" y="9000287"/>
                </a:lnTo>
                <a:lnTo>
                  <a:pt x="4810836" y="8993657"/>
                </a:lnTo>
                <a:lnTo>
                  <a:pt x="4810823" y="8987041"/>
                </a:lnTo>
                <a:lnTo>
                  <a:pt x="4810811" y="8980424"/>
                </a:lnTo>
                <a:lnTo>
                  <a:pt x="4811166" y="8973782"/>
                </a:lnTo>
                <a:close/>
              </a:path>
              <a:path extrusionOk="0" h="9698990" w="13728700">
                <a:moveTo>
                  <a:pt x="4904854" y="9435719"/>
                </a:moveTo>
                <a:lnTo>
                  <a:pt x="4901362" y="9426461"/>
                </a:lnTo>
                <a:lnTo>
                  <a:pt x="4849038" y="9335745"/>
                </a:lnTo>
                <a:lnTo>
                  <a:pt x="4835690" y="9312770"/>
                </a:lnTo>
                <a:lnTo>
                  <a:pt x="4829556" y="9302204"/>
                </a:lnTo>
                <a:lnTo>
                  <a:pt x="4828679" y="9298432"/>
                </a:lnTo>
                <a:lnTo>
                  <a:pt x="4831956" y="9292717"/>
                </a:lnTo>
                <a:lnTo>
                  <a:pt x="4833823" y="9287319"/>
                </a:lnTo>
                <a:lnTo>
                  <a:pt x="4837227" y="9277490"/>
                </a:lnTo>
                <a:lnTo>
                  <a:pt x="4836223" y="9262491"/>
                </a:lnTo>
                <a:lnTo>
                  <a:pt x="4834725" y="9259595"/>
                </a:lnTo>
                <a:lnTo>
                  <a:pt x="4829340" y="9249118"/>
                </a:lnTo>
                <a:lnTo>
                  <a:pt x="4816983" y="9238755"/>
                </a:lnTo>
                <a:lnTo>
                  <a:pt x="4811877" y="9235884"/>
                </a:lnTo>
                <a:lnTo>
                  <a:pt x="4811268" y="9234157"/>
                </a:lnTo>
                <a:lnTo>
                  <a:pt x="4811268" y="9267203"/>
                </a:lnTo>
                <a:lnTo>
                  <a:pt x="4810125" y="9281223"/>
                </a:lnTo>
                <a:lnTo>
                  <a:pt x="4803216" y="9287319"/>
                </a:lnTo>
                <a:lnTo>
                  <a:pt x="4788852" y="9285084"/>
                </a:lnTo>
                <a:lnTo>
                  <a:pt x="4784496" y="9280423"/>
                </a:lnTo>
                <a:lnTo>
                  <a:pt x="4784407" y="9265615"/>
                </a:lnTo>
                <a:lnTo>
                  <a:pt x="4791278" y="9259595"/>
                </a:lnTo>
                <a:lnTo>
                  <a:pt x="4805350" y="9260459"/>
                </a:lnTo>
                <a:lnTo>
                  <a:pt x="4811268" y="9267203"/>
                </a:lnTo>
                <a:lnTo>
                  <a:pt x="4811268" y="9234157"/>
                </a:lnTo>
                <a:lnTo>
                  <a:pt x="4810772" y="9232748"/>
                </a:lnTo>
                <a:lnTo>
                  <a:pt x="4810887" y="9207386"/>
                </a:lnTo>
                <a:lnTo>
                  <a:pt x="4810836" y="9062275"/>
                </a:lnTo>
                <a:lnTo>
                  <a:pt x="4810607" y="9053017"/>
                </a:lnTo>
                <a:lnTo>
                  <a:pt x="4805096" y="9046997"/>
                </a:lnTo>
                <a:lnTo>
                  <a:pt x="4789627" y="9047239"/>
                </a:lnTo>
                <a:lnTo>
                  <a:pt x="4784560" y="9053208"/>
                </a:lnTo>
                <a:lnTo>
                  <a:pt x="4784255" y="9062275"/>
                </a:lnTo>
                <a:lnTo>
                  <a:pt x="4784242" y="9186862"/>
                </a:lnTo>
                <a:lnTo>
                  <a:pt x="4784356" y="9232278"/>
                </a:lnTo>
                <a:lnTo>
                  <a:pt x="4783137" y="9236100"/>
                </a:lnTo>
                <a:lnTo>
                  <a:pt x="4777016" y="9239479"/>
                </a:lnTo>
                <a:lnTo>
                  <a:pt x="4767059" y="9247530"/>
                </a:lnTo>
                <a:lnTo>
                  <a:pt x="4760544" y="9258097"/>
                </a:lnTo>
                <a:lnTo>
                  <a:pt x="4757737" y="9270162"/>
                </a:lnTo>
                <a:lnTo>
                  <a:pt x="4758931" y="9282633"/>
                </a:lnTo>
                <a:lnTo>
                  <a:pt x="4764278" y="9294990"/>
                </a:lnTo>
                <a:lnTo>
                  <a:pt x="4772749" y="9304566"/>
                </a:lnTo>
                <a:lnTo>
                  <a:pt x="4783747" y="9310726"/>
                </a:lnTo>
                <a:lnTo>
                  <a:pt x="4796739" y="9312834"/>
                </a:lnTo>
                <a:lnTo>
                  <a:pt x="4803787" y="9312834"/>
                </a:lnTo>
                <a:lnTo>
                  <a:pt x="4806785" y="9315640"/>
                </a:lnTo>
                <a:lnTo>
                  <a:pt x="4825771" y="9348775"/>
                </a:lnTo>
                <a:lnTo>
                  <a:pt x="4875949" y="9435719"/>
                </a:lnTo>
                <a:lnTo>
                  <a:pt x="4877867" y="9439351"/>
                </a:lnTo>
                <a:lnTo>
                  <a:pt x="4885182" y="9447441"/>
                </a:lnTo>
                <a:lnTo>
                  <a:pt x="4891138" y="9448254"/>
                </a:lnTo>
                <a:lnTo>
                  <a:pt x="4902619" y="9441129"/>
                </a:lnTo>
                <a:lnTo>
                  <a:pt x="4904854" y="9435719"/>
                </a:lnTo>
                <a:close/>
              </a:path>
              <a:path extrusionOk="0" h="9698990" w="13728700">
                <a:moveTo>
                  <a:pt x="4964023" y="9541078"/>
                </a:moveTo>
                <a:lnTo>
                  <a:pt x="4963617" y="9537471"/>
                </a:lnTo>
                <a:lnTo>
                  <a:pt x="4963795" y="9536354"/>
                </a:lnTo>
                <a:lnTo>
                  <a:pt x="4951527" y="9514573"/>
                </a:lnTo>
                <a:lnTo>
                  <a:pt x="4945392" y="9504210"/>
                </a:lnTo>
                <a:lnTo>
                  <a:pt x="4938839" y="9494126"/>
                </a:lnTo>
                <a:lnTo>
                  <a:pt x="4936934" y="9491396"/>
                </a:lnTo>
                <a:lnTo>
                  <a:pt x="4927397" y="9490939"/>
                </a:lnTo>
                <a:lnTo>
                  <a:pt x="4920272" y="9495498"/>
                </a:lnTo>
                <a:lnTo>
                  <a:pt x="4916919" y="9503918"/>
                </a:lnTo>
                <a:lnTo>
                  <a:pt x="4918494" y="9507309"/>
                </a:lnTo>
                <a:lnTo>
                  <a:pt x="4943297" y="9549714"/>
                </a:lnTo>
                <a:lnTo>
                  <a:pt x="4951107" y="9550857"/>
                </a:lnTo>
                <a:lnTo>
                  <a:pt x="4959312" y="9548698"/>
                </a:lnTo>
                <a:lnTo>
                  <a:pt x="4962004" y="9543275"/>
                </a:lnTo>
                <a:lnTo>
                  <a:pt x="4964023" y="9541078"/>
                </a:lnTo>
                <a:close/>
              </a:path>
              <a:path extrusionOk="0" h="9698990" w="13728700">
                <a:moveTo>
                  <a:pt x="4964950" y="9006434"/>
                </a:moveTo>
                <a:lnTo>
                  <a:pt x="4961852" y="9003144"/>
                </a:lnTo>
                <a:lnTo>
                  <a:pt x="4959045" y="8998191"/>
                </a:lnTo>
                <a:lnTo>
                  <a:pt x="4948440" y="8993213"/>
                </a:lnTo>
                <a:lnTo>
                  <a:pt x="4942370" y="8995943"/>
                </a:lnTo>
                <a:lnTo>
                  <a:pt x="4924768" y="9026246"/>
                </a:lnTo>
                <a:lnTo>
                  <a:pt x="4915535" y="9042883"/>
                </a:lnTo>
                <a:lnTo>
                  <a:pt x="4917071" y="9050147"/>
                </a:lnTo>
                <a:lnTo>
                  <a:pt x="4930851" y="9057970"/>
                </a:lnTo>
                <a:lnTo>
                  <a:pt x="4938255" y="9055646"/>
                </a:lnTo>
                <a:lnTo>
                  <a:pt x="4943157" y="9047556"/>
                </a:lnTo>
                <a:lnTo>
                  <a:pt x="4952085" y="9032430"/>
                </a:lnTo>
                <a:lnTo>
                  <a:pt x="4962258" y="9014473"/>
                </a:lnTo>
                <a:lnTo>
                  <a:pt x="4963045" y="9011374"/>
                </a:lnTo>
                <a:lnTo>
                  <a:pt x="4964950" y="9006434"/>
                </a:lnTo>
                <a:close/>
              </a:path>
              <a:path extrusionOk="0" h="9698990" w="13728700">
                <a:moveTo>
                  <a:pt x="5012448" y="8972906"/>
                </a:moveTo>
                <a:lnTo>
                  <a:pt x="4953444" y="8934729"/>
                </a:lnTo>
                <a:lnTo>
                  <a:pt x="4904740" y="8916162"/>
                </a:lnTo>
                <a:lnTo>
                  <a:pt x="4854689" y="8904846"/>
                </a:lnTo>
                <a:lnTo>
                  <a:pt x="4803775" y="8900655"/>
                </a:lnTo>
                <a:lnTo>
                  <a:pt x="4758461" y="8902802"/>
                </a:lnTo>
                <a:lnTo>
                  <a:pt x="4715383" y="8909469"/>
                </a:lnTo>
                <a:lnTo>
                  <a:pt x="4674336" y="8921064"/>
                </a:lnTo>
                <a:lnTo>
                  <a:pt x="4635081" y="8938006"/>
                </a:lnTo>
                <a:lnTo>
                  <a:pt x="4592942" y="8962492"/>
                </a:lnTo>
                <a:lnTo>
                  <a:pt x="4555325" y="8990279"/>
                </a:lnTo>
                <a:lnTo>
                  <a:pt x="4522292" y="9021407"/>
                </a:lnTo>
                <a:lnTo>
                  <a:pt x="4493920" y="9055875"/>
                </a:lnTo>
                <a:lnTo>
                  <a:pt x="4470260" y="9093721"/>
                </a:lnTo>
                <a:lnTo>
                  <a:pt x="4451401" y="9134932"/>
                </a:lnTo>
                <a:lnTo>
                  <a:pt x="4437392" y="9179560"/>
                </a:lnTo>
                <a:lnTo>
                  <a:pt x="4428299" y="9227591"/>
                </a:lnTo>
                <a:lnTo>
                  <a:pt x="4424997" y="9282087"/>
                </a:lnTo>
                <a:lnTo>
                  <a:pt x="4429645" y="9334817"/>
                </a:lnTo>
                <a:lnTo>
                  <a:pt x="4442053" y="9385770"/>
                </a:lnTo>
                <a:lnTo>
                  <a:pt x="4462018" y="9434919"/>
                </a:lnTo>
                <a:lnTo>
                  <a:pt x="4489348" y="9482226"/>
                </a:lnTo>
                <a:lnTo>
                  <a:pt x="4524959" y="9527349"/>
                </a:lnTo>
                <a:lnTo>
                  <a:pt x="4532541" y="9527654"/>
                </a:lnTo>
                <a:lnTo>
                  <a:pt x="4544072" y="9517558"/>
                </a:lnTo>
                <a:lnTo>
                  <a:pt x="4544352" y="9510217"/>
                </a:lnTo>
                <a:lnTo>
                  <a:pt x="4537100" y="9500502"/>
                </a:lnTo>
                <a:lnTo>
                  <a:pt x="4532922" y="9495726"/>
                </a:lnTo>
                <a:lnTo>
                  <a:pt x="4504982" y="9457677"/>
                </a:lnTo>
                <a:lnTo>
                  <a:pt x="4482820" y="9417393"/>
                </a:lnTo>
                <a:lnTo>
                  <a:pt x="4466552" y="9374886"/>
                </a:lnTo>
                <a:lnTo>
                  <a:pt x="4456265" y="9330195"/>
                </a:lnTo>
                <a:lnTo>
                  <a:pt x="4452074" y="9283306"/>
                </a:lnTo>
                <a:lnTo>
                  <a:pt x="4454118" y="9232494"/>
                </a:lnTo>
                <a:lnTo>
                  <a:pt x="4462704" y="9184246"/>
                </a:lnTo>
                <a:lnTo>
                  <a:pt x="4477867" y="9138729"/>
                </a:lnTo>
                <a:lnTo>
                  <a:pt x="4499661" y="9096045"/>
                </a:lnTo>
                <a:lnTo>
                  <a:pt x="4528121" y="9056319"/>
                </a:lnTo>
                <a:lnTo>
                  <a:pt x="4563300" y="9019705"/>
                </a:lnTo>
                <a:lnTo>
                  <a:pt x="4604969" y="8986482"/>
                </a:lnTo>
                <a:lnTo>
                  <a:pt x="4648581" y="8960688"/>
                </a:lnTo>
                <a:lnTo>
                  <a:pt x="4694072" y="8942286"/>
                </a:lnTo>
                <a:lnTo>
                  <a:pt x="4741380" y="8931173"/>
                </a:lnTo>
                <a:lnTo>
                  <a:pt x="4790427" y="8927300"/>
                </a:lnTo>
                <a:lnTo>
                  <a:pt x="4841138" y="8930576"/>
                </a:lnTo>
                <a:lnTo>
                  <a:pt x="4893475" y="8940952"/>
                </a:lnTo>
                <a:lnTo>
                  <a:pt x="4941582" y="8958377"/>
                </a:lnTo>
                <a:lnTo>
                  <a:pt x="4986363" y="8983408"/>
                </a:lnTo>
                <a:lnTo>
                  <a:pt x="4993551" y="8986837"/>
                </a:lnTo>
                <a:lnTo>
                  <a:pt x="4999875" y="8987371"/>
                </a:lnTo>
                <a:lnTo>
                  <a:pt x="5005095" y="8985085"/>
                </a:lnTo>
                <a:lnTo>
                  <a:pt x="5008956" y="8980081"/>
                </a:lnTo>
                <a:lnTo>
                  <a:pt x="5012448" y="8972906"/>
                </a:lnTo>
                <a:close/>
              </a:path>
              <a:path extrusionOk="0" h="9698990" w="13728700">
                <a:moveTo>
                  <a:pt x="5074793" y="9117698"/>
                </a:moveTo>
                <a:lnTo>
                  <a:pt x="5070716" y="9106878"/>
                </a:lnTo>
                <a:lnTo>
                  <a:pt x="5063693" y="9105011"/>
                </a:lnTo>
                <a:lnTo>
                  <a:pt x="5048110" y="9113215"/>
                </a:lnTo>
                <a:lnTo>
                  <a:pt x="5015090" y="9139923"/>
                </a:lnTo>
                <a:lnTo>
                  <a:pt x="5017160" y="9148318"/>
                </a:lnTo>
                <a:lnTo>
                  <a:pt x="5022647" y="9151366"/>
                </a:lnTo>
                <a:lnTo>
                  <a:pt x="5024945" y="9153703"/>
                </a:lnTo>
                <a:lnTo>
                  <a:pt x="5028654" y="9153309"/>
                </a:lnTo>
                <a:lnTo>
                  <a:pt x="5029759" y="9153500"/>
                </a:lnTo>
                <a:lnTo>
                  <a:pt x="5051552" y="9141206"/>
                </a:lnTo>
                <a:lnTo>
                  <a:pt x="5061928" y="9135046"/>
                </a:lnTo>
                <a:lnTo>
                  <a:pt x="5071999" y="9128468"/>
                </a:lnTo>
                <a:lnTo>
                  <a:pt x="5074755" y="9126563"/>
                </a:lnTo>
                <a:lnTo>
                  <a:pt x="5074793" y="9117698"/>
                </a:lnTo>
                <a:close/>
              </a:path>
              <a:path extrusionOk="0" h="9698990" w="13728700">
                <a:moveTo>
                  <a:pt x="5077523" y="9425749"/>
                </a:moveTo>
                <a:lnTo>
                  <a:pt x="5033213" y="9394088"/>
                </a:lnTo>
                <a:lnTo>
                  <a:pt x="5030406" y="9393428"/>
                </a:lnTo>
                <a:lnTo>
                  <a:pt x="5025771" y="9391713"/>
                </a:lnTo>
                <a:lnTo>
                  <a:pt x="5022520" y="9395054"/>
                </a:lnTo>
                <a:lnTo>
                  <a:pt x="5017897" y="9398089"/>
                </a:lnTo>
                <a:lnTo>
                  <a:pt x="5012829" y="9408528"/>
                </a:lnTo>
                <a:lnTo>
                  <a:pt x="5015776" y="9414231"/>
                </a:lnTo>
                <a:lnTo>
                  <a:pt x="5029898" y="9422727"/>
                </a:lnTo>
                <a:lnTo>
                  <a:pt x="5046726" y="9432506"/>
                </a:lnTo>
                <a:lnTo>
                  <a:pt x="5062969" y="9441396"/>
                </a:lnTo>
                <a:lnTo>
                  <a:pt x="5070627" y="9439084"/>
                </a:lnTo>
                <a:lnTo>
                  <a:pt x="5077523" y="9425749"/>
                </a:lnTo>
                <a:close/>
              </a:path>
              <a:path extrusionOk="0" h="9698990" w="13728700">
                <a:moveTo>
                  <a:pt x="5078742" y="9029052"/>
                </a:moveTo>
                <a:lnTo>
                  <a:pt x="5043246" y="8993454"/>
                </a:lnTo>
                <a:lnTo>
                  <a:pt x="5039880" y="8992756"/>
                </a:lnTo>
                <a:lnTo>
                  <a:pt x="5035435" y="8990711"/>
                </a:lnTo>
                <a:lnTo>
                  <a:pt x="5031994" y="8993861"/>
                </a:lnTo>
                <a:lnTo>
                  <a:pt x="5026609" y="8996515"/>
                </a:lnTo>
                <a:lnTo>
                  <a:pt x="5024247" y="9004681"/>
                </a:lnTo>
                <a:lnTo>
                  <a:pt x="5059972" y="9046439"/>
                </a:lnTo>
                <a:lnTo>
                  <a:pt x="5066728" y="9046858"/>
                </a:lnTo>
                <a:lnTo>
                  <a:pt x="5078298" y="9035771"/>
                </a:lnTo>
                <a:lnTo>
                  <a:pt x="5078742" y="9029052"/>
                </a:lnTo>
                <a:close/>
              </a:path>
              <a:path extrusionOk="0" h="9698990" w="13728700">
                <a:moveTo>
                  <a:pt x="5116652" y="9281236"/>
                </a:moveTo>
                <a:lnTo>
                  <a:pt x="5116538" y="9264993"/>
                </a:lnTo>
                <a:lnTo>
                  <a:pt x="5111369" y="9260484"/>
                </a:lnTo>
                <a:lnTo>
                  <a:pt x="5097069" y="9259608"/>
                </a:lnTo>
                <a:lnTo>
                  <a:pt x="5090757" y="9259926"/>
                </a:lnTo>
                <a:lnTo>
                  <a:pt x="5084445" y="9259926"/>
                </a:lnTo>
                <a:lnTo>
                  <a:pt x="5077511" y="9259926"/>
                </a:lnTo>
                <a:lnTo>
                  <a:pt x="5070564" y="9259595"/>
                </a:lnTo>
                <a:lnTo>
                  <a:pt x="5055641" y="9260522"/>
                </a:lnTo>
                <a:lnTo>
                  <a:pt x="5050536" y="9265145"/>
                </a:lnTo>
                <a:lnTo>
                  <a:pt x="5050637" y="9281414"/>
                </a:lnTo>
                <a:lnTo>
                  <a:pt x="5055819" y="9286138"/>
                </a:lnTo>
                <a:lnTo>
                  <a:pt x="5073751" y="9286608"/>
                </a:lnTo>
                <a:lnTo>
                  <a:pt x="5083670" y="9286684"/>
                </a:lnTo>
                <a:lnTo>
                  <a:pt x="5093589" y="9286596"/>
                </a:lnTo>
                <a:lnTo>
                  <a:pt x="5111521" y="9286088"/>
                </a:lnTo>
                <a:lnTo>
                  <a:pt x="5116652" y="9281236"/>
                </a:lnTo>
                <a:close/>
              </a:path>
              <a:path extrusionOk="0" h="9698990" w="13728700">
                <a:moveTo>
                  <a:pt x="5170068" y="9272524"/>
                </a:moveTo>
                <a:lnTo>
                  <a:pt x="5166385" y="9220124"/>
                </a:lnTo>
                <a:lnTo>
                  <a:pt x="5155374" y="9169260"/>
                </a:lnTo>
                <a:lnTo>
                  <a:pt x="5137099" y="9120124"/>
                </a:lnTo>
                <a:lnTo>
                  <a:pt x="5111623" y="9072918"/>
                </a:lnTo>
                <a:lnTo>
                  <a:pt x="5094859" y="9060332"/>
                </a:lnTo>
                <a:lnTo>
                  <a:pt x="5089106" y="9062644"/>
                </a:lnTo>
                <a:lnTo>
                  <a:pt x="5084775" y="9066936"/>
                </a:lnTo>
                <a:lnTo>
                  <a:pt x="5083391" y="9072347"/>
                </a:lnTo>
                <a:lnTo>
                  <a:pt x="5084902" y="9079116"/>
                </a:lnTo>
                <a:lnTo>
                  <a:pt x="5089271" y="9087510"/>
                </a:lnTo>
                <a:lnTo>
                  <a:pt x="5113109" y="9131884"/>
                </a:lnTo>
                <a:lnTo>
                  <a:pt x="5130203" y="9177274"/>
                </a:lnTo>
                <a:lnTo>
                  <a:pt x="5140477" y="9223654"/>
                </a:lnTo>
                <a:lnTo>
                  <a:pt x="5143881" y="9270975"/>
                </a:lnTo>
                <a:lnTo>
                  <a:pt x="5140325" y="9319196"/>
                </a:lnTo>
                <a:lnTo>
                  <a:pt x="5129733" y="9368282"/>
                </a:lnTo>
                <a:lnTo>
                  <a:pt x="5112423" y="9415716"/>
                </a:lnTo>
                <a:lnTo>
                  <a:pt x="5088979" y="9459265"/>
                </a:lnTo>
                <a:lnTo>
                  <a:pt x="5059985" y="9498495"/>
                </a:lnTo>
                <a:lnTo>
                  <a:pt x="5026050" y="9532976"/>
                </a:lnTo>
                <a:lnTo>
                  <a:pt x="4987747" y="9562262"/>
                </a:lnTo>
                <a:lnTo>
                  <a:pt x="4945672" y="9585935"/>
                </a:lnTo>
                <a:lnTo>
                  <a:pt x="4900396" y="9603562"/>
                </a:lnTo>
                <a:lnTo>
                  <a:pt x="4852530" y="9614687"/>
                </a:lnTo>
                <a:lnTo>
                  <a:pt x="4802657" y="9618904"/>
                </a:lnTo>
                <a:lnTo>
                  <a:pt x="4755629" y="9616478"/>
                </a:lnTo>
                <a:lnTo>
                  <a:pt x="4710519" y="9608071"/>
                </a:lnTo>
                <a:lnTo>
                  <a:pt x="4667339" y="9593720"/>
                </a:lnTo>
                <a:lnTo>
                  <a:pt x="4626102" y="9573463"/>
                </a:lnTo>
                <a:lnTo>
                  <a:pt x="4586833" y="9547327"/>
                </a:lnTo>
                <a:lnTo>
                  <a:pt x="4581830" y="9543428"/>
                </a:lnTo>
                <a:lnTo>
                  <a:pt x="4572660" y="9537522"/>
                </a:lnTo>
                <a:lnTo>
                  <a:pt x="4566348" y="9537992"/>
                </a:lnTo>
                <a:lnTo>
                  <a:pt x="4555972" y="9550489"/>
                </a:lnTo>
                <a:lnTo>
                  <a:pt x="4557268" y="9556902"/>
                </a:lnTo>
                <a:lnTo>
                  <a:pt x="4609579" y="9594507"/>
                </a:lnTo>
                <a:lnTo>
                  <a:pt x="4650689" y="9615627"/>
                </a:lnTo>
                <a:lnTo>
                  <a:pt x="4693056" y="9631248"/>
                </a:lnTo>
                <a:lnTo>
                  <a:pt x="4736668" y="9641294"/>
                </a:lnTo>
                <a:lnTo>
                  <a:pt x="4781512" y="9645726"/>
                </a:lnTo>
                <a:lnTo>
                  <a:pt x="4827562" y="9644469"/>
                </a:lnTo>
                <a:lnTo>
                  <a:pt x="4874780" y="9637458"/>
                </a:lnTo>
                <a:lnTo>
                  <a:pt x="4920627" y="9624873"/>
                </a:lnTo>
                <a:lnTo>
                  <a:pt x="4963642" y="9606915"/>
                </a:lnTo>
                <a:lnTo>
                  <a:pt x="5003520" y="9583991"/>
                </a:lnTo>
                <a:lnTo>
                  <a:pt x="5039919" y="9556534"/>
                </a:lnTo>
                <a:lnTo>
                  <a:pt x="5072507" y="9524962"/>
                </a:lnTo>
                <a:lnTo>
                  <a:pt x="5100980" y="9489681"/>
                </a:lnTo>
                <a:lnTo>
                  <a:pt x="5124996" y="9451137"/>
                </a:lnTo>
                <a:lnTo>
                  <a:pt x="5144249" y="9409722"/>
                </a:lnTo>
                <a:lnTo>
                  <a:pt x="5158384" y="9365869"/>
                </a:lnTo>
                <a:lnTo>
                  <a:pt x="5167109" y="9319997"/>
                </a:lnTo>
                <a:lnTo>
                  <a:pt x="5170068" y="9272524"/>
                </a:lnTo>
                <a:close/>
              </a:path>
              <a:path extrusionOk="0" h="9698990" w="13728700">
                <a:moveTo>
                  <a:pt x="5223294" y="9273769"/>
                </a:moveTo>
                <a:lnTo>
                  <a:pt x="5220843" y="9227274"/>
                </a:lnTo>
                <a:lnTo>
                  <a:pt x="5213578" y="9182329"/>
                </a:lnTo>
                <a:lnTo>
                  <a:pt x="5201678" y="9138793"/>
                </a:lnTo>
                <a:lnTo>
                  <a:pt x="5196637" y="9125928"/>
                </a:lnTo>
                <a:lnTo>
                  <a:pt x="5196637" y="9273769"/>
                </a:lnTo>
                <a:lnTo>
                  <a:pt x="5193855" y="9320314"/>
                </a:lnTo>
                <a:lnTo>
                  <a:pt x="5185930" y="9365259"/>
                </a:lnTo>
                <a:lnTo>
                  <a:pt x="5173129" y="9408325"/>
                </a:lnTo>
                <a:lnTo>
                  <a:pt x="5155781" y="9449219"/>
                </a:lnTo>
                <a:lnTo>
                  <a:pt x="5134165" y="9487624"/>
                </a:lnTo>
                <a:lnTo>
                  <a:pt x="5108587" y="9523247"/>
                </a:lnTo>
                <a:lnTo>
                  <a:pt x="5079339" y="9555785"/>
                </a:lnTo>
                <a:lnTo>
                  <a:pt x="5046726" y="9584957"/>
                </a:lnTo>
                <a:lnTo>
                  <a:pt x="5011064" y="9610446"/>
                </a:lnTo>
                <a:lnTo>
                  <a:pt x="4972621" y="9631959"/>
                </a:lnTo>
                <a:lnTo>
                  <a:pt x="4931715" y="9649206"/>
                </a:lnTo>
                <a:lnTo>
                  <a:pt x="4888649" y="9661868"/>
                </a:lnTo>
                <a:lnTo>
                  <a:pt x="4843716" y="9669666"/>
                </a:lnTo>
                <a:lnTo>
                  <a:pt x="4797209" y="9672295"/>
                </a:lnTo>
                <a:lnTo>
                  <a:pt x="4750689" y="9669551"/>
                </a:lnTo>
                <a:lnTo>
                  <a:pt x="4705743" y="9661652"/>
                </a:lnTo>
                <a:lnTo>
                  <a:pt x="4662678" y="9648888"/>
                </a:lnTo>
                <a:lnTo>
                  <a:pt x="4621784" y="9631553"/>
                </a:lnTo>
                <a:lnTo>
                  <a:pt x="4583379" y="9609963"/>
                </a:lnTo>
                <a:lnTo>
                  <a:pt x="4547743" y="9584411"/>
                </a:lnTo>
                <a:lnTo>
                  <a:pt x="4515180" y="9555188"/>
                </a:lnTo>
                <a:lnTo>
                  <a:pt x="4485995" y="9522587"/>
                </a:lnTo>
                <a:lnTo>
                  <a:pt x="4460481" y="9486925"/>
                </a:lnTo>
                <a:lnTo>
                  <a:pt x="4438942" y="9448508"/>
                </a:lnTo>
                <a:lnTo>
                  <a:pt x="4421670" y="9407601"/>
                </a:lnTo>
                <a:lnTo>
                  <a:pt x="4408970" y="9364535"/>
                </a:lnTo>
                <a:lnTo>
                  <a:pt x="4401147" y="9319603"/>
                </a:lnTo>
                <a:lnTo>
                  <a:pt x="4398480" y="9273095"/>
                </a:lnTo>
                <a:lnTo>
                  <a:pt x="4401185" y="9226486"/>
                </a:lnTo>
                <a:lnTo>
                  <a:pt x="4409084" y="9181478"/>
                </a:lnTo>
                <a:lnTo>
                  <a:pt x="4421873" y="9138336"/>
                </a:lnTo>
                <a:lnTo>
                  <a:pt x="4439234" y="9097378"/>
                </a:lnTo>
                <a:lnTo>
                  <a:pt x="4460875" y="9058897"/>
                </a:lnTo>
                <a:lnTo>
                  <a:pt x="4486503" y="9023210"/>
                </a:lnTo>
                <a:lnTo>
                  <a:pt x="4515790" y="8990597"/>
                </a:lnTo>
                <a:lnTo>
                  <a:pt x="4548467" y="8961387"/>
                </a:lnTo>
                <a:lnTo>
                  <a:pt x="4584204" y="8935860"/>
                </a:lnTo>
                <a:lnTo>
                  <a:pt x="4622711" y="8914320"/>
                </a:lnTo>
                <a:lnTo>
                  <a:pt x="4663681" y="8897074"/>
                </a:lnTo>
                <a:lnTo>
                  <a:pt x="4706810" y="8884425"/>
                </a:lnTo>
                <a:lnTo>
                  <a:pt x="4751819" y="8876678"/>
                </a:lnTo>
                <a:lnTo>
                  <a:pt x="4798365" y="8874112"/>
                </a:lnTo>
                <a:lnTo>
                  <a:pt x="4844923" y="8876932"/>
                </a:lnTo>
                <a:lnTo>
                  <a:pt x="4889893" y="8884907"/>
                </a:lnTo>
                <a:lnTo>
                  <a:pt x="4932959" y="8897734"/>
                </a:lnTo>
                <a:lnTo>
                  <a:pt x="4973840" y="8915121"/>
                </a:lnTo>
                <a:lnTo>
                  <a:pt x="5012233" y="8936761"/>
                </a:lnTo>
                <a:lnTo>
                  <a:pt x="5047843" y="8962365"/>
                </a:lnTo>
                <a:lnTo>
                  <a:pt x="5080368" y="8991613"/>
                </a:lnTo>
                <a:lnTo>
                  <a:pt x="5109502" y="9024239"/>
                </a:lnTo>
                <a:lnTo>
                  <a:pt x="5134965" y="9059913"/>
                </a:lnTo>
                <a:lnTo>
                  <a:pt x="5156441" y="9098356"/>
                </a:lnTo>
                <a:lnTo>
                  <a:pt x="5173650" y="9139263"/>
                </a:lnTo>
                <a:lnTo>
                  <a:pt x="5186286" y="9182329"/>
                </a:lnTo>
                <a:lnTo>
                  <a:pt x="5194046" y="9227274"/>
                </a:lnTo>
                <a:lnTo>
                  <a:pt x="5196637" y="9273769"/>
                </a:lnTo>
                <a:lnTo>
                  <a:pt x="5196637" y="9125928"/>
                </a:lnTo>
                <a:lnTo>
                  <a:pt x="5165268" y="9058338"/>
                </a:lnTo>
                <a:lnTo>
                  <a:pt x="5141265" y="9021775"/>
                </a:lnTo>
                <a:lnTo>
                  <a:pt x="5113718" y="8987930"/>
                </a:lnTo>
                <a:lnTo>
                  <a:pt x="5082895" y="8957107"/>
                </a:lnTo>
                <a:lnTo>
                  <a:pt x="5049063" y="8929548"/>
                </a:lnTo>
                <a:lnTo>
                  <a:pt x="5012474" y="8905519"/>
                </a:lnTo>
                <a:lnTo>
                  <a:pt x="4973383" y="8885288"/>
                </a:lnTo>
                <a:lnTo>
                  <a:pt x="4932070" y="8869108"/>
                </a:lnTo>
                <a:lnTo>
                  <a:pt x="4888763" y="8857234"/>
                </a:lnTo>
                <a:lnTo>
                  <a:pt x="4843742" y="8849931"/>
                </a:lnTo>
                <a:lnTo>
                  <a:pt x="4797260" y="8847455"/>
                </a:lnTo>
                <a:lnTo>
                  <a:pt x="4750867" y="8849982"/>
                </a:lnTo>
                <a:lnTo>
                  <a:pt x="4705934" y="8857310"/>
                </a:lnTo>
                <a:lnTo>
                  <a:pt x="4662716" y="8869210"/>
                </a:lnTo>
                <a:lnTo>
                  <a:pt x="4621466" y="8885403"/>
                </a:lnTo>
                <a:lnTo>
                  <a:pt x="4582452" y="8905634"/>
                </a:lnTo>
                <a:lnTo>
                  <a:pt x="4545914" y="8929649"/>
                </a:lnTo>
                <a:lnTo>
                  <a:pt x="4512132" y="8957183"/>
                </a:lnTo>
                <a:lnTo>
                  <a:pt x="4481360" y="8987980"/>
                </a:lnTo>
                <a:lnTo>
                  <a:pt x="4453839" y="9021788"/>
                </a:lnTo>
                <a:lnTo>
                  <a:pt x="4429836" y="9058377"/>
                </a:lnTo>
                <a:lnTo>
                  <a:pt x="4409605" y="9097467"/>
                </a:lnTo>
                <a:lnTo>
                  <a:pt x="4393476" y="9138653"/>
                </a:lnTo>
                <a:lnTo>
                  <a:pt x="4381614" y="9181884"/>
                </a:lnTo>
                <a:lnTo>
                  <a:pt x="4374362" y="9226486"/>
                </a:lnTo>
                <a:lnTo>
                  <a:pt x="4371810" y="9273095"/>
                </a:lnTo>
                <a:lnTo>
                  <a:pt x="4371835" y="9273769"/>
                </a:lnTo>
                <a:lnTo>
                  <a:pt x="4374299" y="9319603"/>
                </a:lnTo>
                <a:lnTo>
                  <a:pt x="4381614" y="9364535"/>
                </a:lnTo>
                <a:lnTo>
                  <a:pt x="4393501" y="9407792"/>
                </a:lnTo>
                <a:lnTo>
                  <a:pt x="4409668" y="9449054"/>
                </a:lnTo>
                <a:lnTo>
                  <a:pt x="4429887" y="9488094"/>
                </a:lnTo>
                <a:lnTo>
                  <a:pt x="4453890" y="9524644"/>
                </a:lnTo>
                <a:lnTo>
                  <a:pt x="4481411" y="9558439"/>
                </a:lnTo>
                <a:lnTo>
                  <a:pt x="4512195" y="9589237"/>
                </a:lnTo>
                <a:lnTo>
                  <a:pt x="4545990" y="9616783"/>
                </a:lnTo>
                <a:lnTo>
                  <a:pt x="4582528" y="9640786"/>
                </a:lnTo>
                <a:lnTo>
                  <a:pt x="4621555" y="9661017"/>
                </a:lnTo>
                <a:lnTo>
                  <a:pt x="4662805" y="9677209"/>
                </a:lnTo>
                <a:lnTo>
                  <a:pt x="4706036" y="9689097"/>
                </a:lnTo>
                <a:lnTo>
                  <a:pt x="4750968" y="9696437"/>
                </a:lnTo>
                <a:lnTo>
                  <a:pt x="4797361" y="9698952"/>
                </a:lnTo>
                <a:lnTo>
                  <a:pt x="4843754" y="9696475"/>
                </a:lnTo>
                <a:lnTo>
                  <a:pt x="4888700" y="9689186"/>
                </a:lnTo>
                <a:lnTo>
                  <a:pt x="4931943" y="9677324"/>
                </a:lnTo>
                <a:lnTo>
                  <a:pt x="4973218" y="9661169"/>
                </a:lnTo>
                <a:lnTo>
                  <a:pt x="5012271" y="9640964"/>
                </a:lnTo>
                <a:lnTo>
                  <a:pt x="5048834" y="9616986"/>
                </a:lnTo>
                <a:lnTo>
                  <a:pt x="5082654" y="9589478"/>
                </a:lnTo>
                <a:lnTo>
                  <a:pt x="5113464" y="9558706"/>
                </a:lnTo>
                <a:lnTo>
                  <a:pt x="5141023" y="9524924"/>
                </a:lnTo>
                <a:lnTo>
                  <a:pt x="5165052" y="9488399"/>
                </a:lnTo>
                <a:lnTo>
                  <a:pt x="5185308" y="9449384"/>
                </a:lnTo>
                <a:lnTo>
                  <a:pt x="5201513" y="9408135"/>
                </a:lnTo>
                <a:lnTo>
                  <a:pt x="5213426" y="9364916"/>
                </a:lnTo>
                <a:lnTo>
                  <a:pt x="5220716" y="9320314"/>
                </a:lnTo>
                <a:lnTo>
                  <a:pt x="5220792" y="9319603"/>
                </a:lnTo>
                <a:lnTo>
                  <a:pt x="5223294" y="9273769"/>
                </a:lnTo>
                <a:close/>
              </a:path>
              <a:path extrusionOk="0" h="9698990" w="13728700">
                <a:moveTo>
                  <a:pt x="13049364" y="3761460"/>
                </a:moveTo>
                <a:lnTo>
                  <a:pt x="13044246" y="3756837"/>
                </a:lnTo>
                <a:lnTo>
                  <a:pt x="13029629" y="3755885"/>
                </a:lnTo>
                <a:lnTo>
                  <a:pt x="13022999" y="3756228"/>
                </a:lnTo>
                <a:lnTo>
                  <a:pt x="13016383" y="3756228"/>
                </a:lnTo>
                <a:lnTo>
                  <a:pt x="13009766" y="3756228"/>
                </a:lnTo>
                <a:lnTo>
                  <a:pt x="13003136" y="3755910"/>
                </a:lnTo>
                <a:lnTo>
                  <a:pt x="12988519" y="3756761"/>
                </a:lnTo>
                <a:lnTo>
                  <a:pt x="12983337" y="3761270"/>
                </a:lnTo>
                <a:lnTo>
                  <a:pt x="12983223" y="3777538"/>
                </a:lnTo>
                <a:lnTo>
                  <a:pt x="12988366" y="3782377"/>
                </a:lnTo>
                <a:lnTo>
                  <a:pt x="13006286" y="3782898"/>
                </a:lnTo>
                <a:lnTo>
                  <a:pt x="13016205" y="3782974"/>
                </a:lnTo>
                <a:lnTo>
                  <a:pt x="13026123" y="3782898"/>
                </a:lnTo>
                <a:lnTo>
                  <a:pt x="13044056" y="3782428"/>
                </a:lnTo>
                <a:lnTo>
                  <a:pt x="13049250" y="3777704"/>
                </a:lnTo>
                <a:lnTo>
                  <a:pt x="13049364" y="3761460"/>
                </a:lnTo>
                <a:close/>
              </a:path>
              <a:path extrusionOk="0" h="9698990" w="13728700">
                <a:moveTo>
                  <a:pt x="13084963" y="3905605"/>
                </a:moveTo>
                <a:lnTo>
                  <a:pt x="13083451" y="3897287"/>
                </a:lnTo>
                <a:lnTo>
                  <a:pt x="13079032" y="3891762"/>
                </a:lnTo>
                <a:lnTo>
                  <a:pt x="13072783" y="3889527"/>
                </a:lnTo>
                <a:lnTo>
                  <a:pt x="13065773" y="3891089"/>
                </a:lnTo>
                <a:lnTo>
                  <a:pt x="13024498" y="3914724"/>
                </a:lnTo>
                <a:lnTo>
                  <a:pt x="13022339" y="3922293"/>
                </a:lnTo>
                <a:lnTo>
                  <a:pt x="13029489" y="3935501"/>
                </a:lnTo>
                <a:lnTo>
                  <a:pt x="13037096" y="3937622"/>
                </a:lnTo>
                <a:lnTo>
                  <a:pt x="13053187" y="3928834"/>
                </a:lnTo>
                <a:lnTo>
                  <a:pt x="13061442" y="3924147"/>
                </a:lnTo>
                <a:lnTo>
                  <a:pt x="13069608" y="3919309"/>
                </a:lnTo>
                <a:lnTo>
                  <a:pt x="13081254" y="3911930"/>
                </a:lnTo>
                <a:lnTo>
                  <a:pt x="13083464" y="3907447"/>
                </a:lnTo>
                <a:lnTo>
                  <a:pt x="13084963" y="3905605"/>
                </a:lnTo>
                <a:close/>
              </a:path>
              <a:path extrusionOk="0" h="9698990" w="13728700">
                <a:moveTo>
                  <a:pt x="13085102" y="3634473"/>
                </a:moveTo>
                <a:lnTo>
                  <a:pt x="13084010" y="3632695"/>
                </a:lnTo>
                <a:lnTo>
                  <a:pt x="13082715" y="3628098"/>
                </a:lnTo>
                <a:lnTo>
                  <a:pt x="13070675" y="3620503"/>
                </a:lnTo>
                <a:lnTo>
                  <a:pt x="13061518" y="3615017"/>
                </a:lnTo>
                <a:lnTo>
                  <a:pt x="13052235" y="3609733"/>
                </a:lnTo>
                <a:lnTo>
                  <a:pt x="13036537" y="3601326"/>
                </a:lnTo>
                <a:lnTo>
                  <a:pt x="13030162" y="3603142"/>
                </a:lnTo>
                <a:lnTo>
                  <a:pt x="13022504" y="3616147"/>
                </a:lnTo>
                <a:lnTo>
                  <a:pt x="13023355" y="3623030"/>
                </a:lnTo>
                <a:lnTo>
                  <a:pt x="13057467" y="3643401"/>
                </a:lnTo>
                <a:lnTo>
                  <a:pt x="13073279" y="3649573"/>
                </a:lnTo>
                <a:lnTo>
                  <a:pt x="13079082" y="3647287"/>
                </a:lnTo>
                <a:lnTo>
                  <a:pt x="13083350" y="3642068"/>
                </a:lnTo>
                <a:lnTo>
                  <a:pt x="13085102" y="3634473"/>
                </a:lnTo>
                <a:close/>
              </a:path>
              <a:path extrusionOk="0" h="9698990" w="13728700">
                <a:moveTo>
                  <a:pt x="13182854" y="3542106"/>
                </a:moveTo>
                <a:lnTo>
                  <a:pt x="13182448" y="3538359"/>
                </a:lnTo>
                <a:lnTo>
                  <a:pt x="13182638" y="3537242"/>
                </a:lnTo>
                <a:lnTo>
                  <a:pt x="13170345" y="3515461"/>
                </a:lnTo>
                <a:lnTo>
                  <a:pt x="13164185" y="3505098"/>
                </a:lnTo>
                <a:lnTo>
                  <a:pt x="13157594" y="3495027"/>
                </a:lnTo>
                <a:lnTo>
                  <a:pt x="13155689" y="3492284"/>
                </a:lnTo>
                <a:lnTo>
                  <a:pt x="13146824" y="3492246"/>
                </a:lnTo>
                <a:lnTo>
                  <a:pt x="13136029" y="3496348"/>
                </a:lnTo>
                <a:lnTo>
                  <a:pt x="13134124" y="3503345"/>
                </a:lnTo>
                <a:lnTo>
                  <a:pt x="13142354" y="3518928"/>
                </a:lnTo>
                <a:lnTo>
                  <a:pt x="13169075" y="3551898"/>
                </a:lnTo>
                <a:lnTo>
                  <a:pt x="13177482" y="3549840"/>
                </a:lnTo>
                <a:lnTo>
                  <a:pt x="13180543" y="3544379"/>
                </a:lnTo>
                <a:lnTo>
                  <a:pt x="13182854" y="3542106"/>
                </a:lnTo>
                <a:close/>
              </a:path>
              <a:path extrusionOk="0" h="9698990" w="13728700">
                <a:moveTo>
                  <a:pt x="13183934" y="3998099"/>
                </a:moveTo>
                <a:lnTo>
                  <a:pt x="13180606" y="3994721"/>
                </a:lnTo>
                <a:lnTo>
                  <a:pt x="13177685" y="3990022"/>
                </a:lnTo>
                <a:lnTo>
                  <a:pt x="13167373" y="3984764"/>
                </a:lnTo>
                <a:lnTo>
                  <a:pt x="13161518" y="3987482"/>
                </a:lnTo>
                <a:lnTo>
                  <a:pt x="13153085" y="4001376"/>
                </a:lnTo>
                <a:lnTo>
                  <a:pt x="13143522" y="4017784"/>
                </a:lnTo>
                <a:lnTo>
                  <a:pt x="13134188" y="4034447"/>
                </a:lnTo>
                <a:lnTo>
                  <a:pt x="13135915" y="4042029"/>
                </a:lnTo>
                <a:lnTo>
                  <a:pt x="13149733" y="4049611"/>
                </a:lnTo>
                <a:lnTo>
                  <a:pt x="13157238" y="4047159"/>
                </a:lnTo>
                <a:lnTo>
                  <a:pt x="13166446" y="4031589"/>
                </a:lnTo>
                <a:lnTo>
                  <a:pt x="13180975" y="4005973"/>
                </a:lnTo>
                <a:lnTo>
                  <a:pt x="13181914" y="4002963"/>
                </a:lnTo>
                <a:lnTo>
                  <a:pt x="13183934" y="3998099"/>
                </a:lnTo>
                <a:close/>
              </a:path>
              <a:path extrusionOk="0" h="9698990" w="13728700">
                <a:moveTo>
                  <a:pt x="13315810" y="4055440"/>
                </a:moveTo>
                <a:lnTo>
                  <a:pt x="13315734" y="4045521"/>
                </a:lnTo>
                <a:lnTo>
                  <a:pt x="13315214" y="4027589"/>
                </a:lnTo>
                <a:lnTo>
                  <a:pt x="13310362" y="4022471"/>
                </a:lnTo>
                <a:lnTo>
                  <a:pt x="13294132" y="4022585"/>
                </a:lnTo>
                <a:lnTo>
                  <a:pt x="13289598" y="4027728"/>
                </a:lnTo>
                <a:lnTo>
                  <a:pt x="13288759" y="4042372"/>
                </a:lnTo>
                <a:lnTo>
                  <a:pt x="13289064" y="4049001"/>
                </a:lnTo>
                <a:lnTo>
                  <a:pt x="13289064" y="4055618"/>
                </a:lnTo>
                <a:lnTo>
                  <a:pt x="13289064" y="4062234"/>
                </a:lnTo>
                <a:lnTo>
                  <a:pt x="13288734" y="4068864"/>
                </a:lnTo>
                <a:lnTo>
                  <a:pt x="13289674" y="4083494"/>
                </a:lnTo>
                <a:lnTo>
                  <a:pt x="13294322" y="4088587"/>
                </a:lnTo>
                <a:lnTo>
                  <a:pt x="13310515" y="4088485"/>
                </a:lnTo>
                <a:lnTo>
                  <a:pt x="13315277" y="4083304"/>
                </a:lnTo>
                <a:lnTo>
                  <a:pt x="13315734" y="4065359"/>
                </a:lnTo>
                <a:lnTo>
                  <a:pt x="13315810" y="4055440"/>
                </a:lnTo>
                <a:close/>
              </a:path>
              <a:path extrusionOk="0" h="9698990" w="13728700">
                <a:moveTo>
                  <a:pt x="13315950" y="3470071"/>
                </a:moveTo>
                <a:lnTo>
                  <a:pt x="13314972" y="3455466"/>
                </a:lnTo>
                <a:lnTo>
                  <a:pt x="13310337" y="3450374"/>
                </a:lnTo>
                <a:lnTo>
                  <a:pt x="13294106" y="3450526"/>
                </a:lnTo>
                <a:lnTo>
                  <a:pt x="13289382" y="3455695"/>
                </a:lnTo>
                <a:lnTo>
                  <a:pt x="13288950" y="3473653"/>
                </a:lnTo>
                <a:lnTo>
                  <a:pt x="13288874" y="3483572"/>
                </a:lnTo>
                <a:lnTo>
                  <a:pt x="13288950" y="3493490"/>
                </a:lnTo>
                <a:lnTo>
                  <a:pt x="13289458" y="3511448"/>
                </a:lnTo>
                <a:lnTo>
                  <a:pt x="13294347" y="3516541"/>
                </a:lnTo>
                <a:lnTo>
                  <a:pt x="13310553" y="3516388"/>
                </a:lnTo>
                <a:lnTo>
                  <a:pt x="13315074" y="3511194"/>
                </a:lnTo>
                <a:lnTo>
                  <a:pt x="13315912" y="3496576"/>
                </a:lnTo>
                <a:lnTo>
                  <a:pt x="13315607" y="3489947"/>
                </a:lnTo>
                <a:lnTo>
                  <a:pt x="13315607" y="3483330"/>
                </a:lnTo>
                <a:lnTo>
                  <a:pt x="13315595" y="3476714"/>
                </a:lnTo>
                <a:lnTo>
                  <a:pt x="13315950" y="3470071"/>
                </a:lnTo>
                <a:close/>
              </a:path>
              <a:path extrusionOk="0" h="9698990" w="13728700">
                <a:moveTo>
                  <a:pt x="13409638" y="3932009"/>
                </a:moveTo>
                <a:lnTo>
                  <a:pt x="13406146" y="3922750"/>
                </a:lnTo>
                <a:lnTo>
                  <a:pt x="13353809" y="3832047"/>
                </a:lnTo>
                <a:lnTo>
                  <a:pt x="13340474" y="3809060"/>
                </a:lnTo>
                <a:lnTo>
                  <a:pt x="13334340" y="3798493"/>
                </a:lnTo>
                <a:lnTo>
                  <a:pt x="13333451" y="3794722"/>
                </a:lnTo>
                <a:lnTo>
                  <a:pt x="13336727" y="3789007"/>
                </a:lnTo>
                <a:lnTo>
                  <a:pt x="13338607" y="3783622"/>
                </a:lnTo>
                <a:lnTo>
                  <a:pt x="13342011" y="3773792"/>
                </a:lnTo>
                <a:lnTo>
                  <a:pt x="13340995" y="3758793"/>
                </a:lnTo>
                <a:lnTo>
                  <a:pt x="13339509" y="3755885"/>
                </a:lnTo>
                <a:lnTo>
                  <a:pt x="13334111" y="3745420"/>
                </a:lnTo>
                <a:lnTo>
                  <a:pt x="13321754" y="3735057"/>
                </a:lnTo>
                <a:lnTo>
                  <a:pt x="13316661" y="3732187"/>
                </a:lnTo>
                <a:lnTo>
                  <a:pt x="13316052" y="3730460"/>
                </a:lnTo>
                <a:lnTo>
                  <a:pt x="13316052" y="3763505"/>
                </a:lnTo>
                <a:lnTo>
                  <a:pt x="13314909" y="3777513"/>
                </a:lnTo>
                <a:lnTo>
                  <a:pt x="13308000" y="3783622"/>
                </a:lnTo>
                <a:lnTo>
                  <a:pt x="13293636" y="3781374"/>
                </a:lnTo>
                <a:lnTo>
                  <a:pt x="13289280" y="3776713"/>
                </a:lnTo>
                <a:lnTo>
                  <a:pt x="13289191" y="3761905"/>
                </a:lnTo>
                <a:lnTo>
                  <a:pt x="13296062" y="3755885"/>
                </a:lnTo>
                <a:lnTo>
                  <a:pt x="13310121" y="3756749"/>
                </a:lnTo>
                <a:lnTo>
                  <a:pt x="13316052" y="3763505"/>
                </a:lnTo>
                <a:lnTo>
                  <a:pt x="13316052" y="3730460"/>
                </a:lnTo>
                <a:lnTo>
                  <a:pt x="13315556" y="3729037"/>
                </a:lnTo>
                <a:lnTo>
                  <a:pt x="13315671" y="3703675"/>
                </a:lnTo>
                <a:lnTo>
                  <a:pt x="13315607" y="3558565"/>
                </a:lnTo>
                <a:lnTo>
                  <a:pt x="13315391" y="3549307"/>
                </a:lnTo>
                <a:lnTo>
                  <a:pt x="13309880" y="3543287"/>
                </a:lnTo>
                <a:lnTo>
                  <a:pt x="13294411" y="3543528"/>
                </a:lnTo>
                <a:lnTo>
                  <a:pt x="13289344" y="3549510"/>
                </a:lnTo>
                <a:lnTo>
                  <a:pt x="13289039" y="3558565"/>
                </a:lnTo>
                <a:lnTo>
                  <a:pt x="13289026" y="3683152"/>
                </a:lnTo>
                <a:lnTo>
                  <a:pt x="13289140" y="3728567"/>
                </a:lnTo>
                <a:lnTo>
                  <a:pt x="13287921" y="3732390"/>
                </a:lnTo>
                <a:lnTo>
                  <a:pt x="13281800" y="3735781"/>
                </a:lnTo>
                <a:lnTo>
                  <a:pt x="13271843" y="3743820"/>
                </a:lnTo>
                <a:lnTo>
                  <a:pt x="13265328" y="3754399"/>
                </a:lnTo>
                <a:lnTo>
                  <a:pt x="13262521" y="3766451"/>
                </a:lnTo>
                <a:lnTo>
                  <a:pt x="13263715" y="3778923"/>
                </a:lnTo>
                <a:lnTo>
                  <a:pt x="13269062" y="3791293"/>
                </a:lnTo>
                <a:lnTo>
                  <a:pt x="13277520" y="3800868"/>
                </a:lnTo>
                <a:lnTo>
                  <a:pt x="13288531" y="3807015"/>
                </a:lnTo>
                <a:lnTo>
                  <a:pt x="13301523" y="3809123"/>
                </a:lnTo>
                <a:lnTo>
                  <a:pt x="13308571" y="3809123"/>
                </a:lnTo>
                <a:lnTo>
                  <a:pt x="13311556" y="3811930"/>
                </a:lnTo>
                <a:lnTo>
                  <a:pt x="13330555" y="3845077"/>
                </a:lnTo>
                <a:lnTo>
                  <a:pt x="13380733" y="3932009"/>
                </a:lnTo>
                <a:lnTo>
                  <a:pt x="13382651" y="3935641"/>
                </a:lnTo>
                <a:lnTo>
                  <a:pt x="13389966" y="3943743"/>
                </a:lnTo>
                <a:lnTo>
                  <a:pt x="13395922" y="3944543"/>
                </a:lnTo>
                <a:lnTo>
                  <a:pt x="13407403" y="3937419"/>
                </a:lnTo>
                <a:lnTo>
                  <a:pt x="13409638" y="3932009"/>
                </a:lnTo>
                <a:close/>
              </a:path>
              <a:path extrusionOk="0" h="9698990" w="13728700">
                <a:moveTo>
                  <a:pt x="13468807" y="4037380"/>
                </a:moveTo>
                <a:lnTo>
                  <a:pt x="13468401" y="4033761"/>
                </a:lnTo>
                <a:lnTo>
                  <a:pt x="13468579" y="4032656"/>
                </a:lnTo>
                <a:lnTo>
                  <a:pt x="13456311" y="4010863"/>
                </a:lnTo>
                <a:lnTo>
                  <a:pt x="13450176" y="4000500"/>
                </a:lnTo>
                <a:lnTo>
                  <a:pt x="13443623" y="3990429"/>
                </a:lnTo>
                <a:lnTo>
                  <a:pt x="13441718" y="3987685"/>
                </a:lnTo>
                <a:lnTo>
                  <a:pt x="13432181" y="3987228"/>
                </a:lnTo>
                <a:lnTo>
                  <a:pt x="13425056" y="3991800"/>
                </a:lnTo>
                <a:lnTo>
                  <a:pt x="13421703" y="4000220"/>
                </a:lnTo>
                <a:lnTo>
                  <a:pt x="13423278" y="4003611"/>
                </a:lnTo>
                <a:lnTo>
                  <a:pt x="13448081" y="4046004"/>
                </a:lnTo>
                <a:lnTo>
                  <a:pt x="13455891" y="4047159"/>
                </a:lnTo>
                <a:lnTo>
                  <a:pt x="13464096" y="4045000"/>
                </a:lnTo>
                <a:lnTo>
                  <a:pt x="13466788" y="4039578"/>
                </a:lnTo>
                <a:lnTo>
                  <a:pt x="13468807" y="4037380"/>
                </a:lnTo>
                <a:close/>
              </a:path>
              <a:path extrusionOk="0" h="9698990" w="13728700">
                <a:moveTo>
                  <a:pt x="13469734" y="3502723"/>
                </a:moveTo>
                <a:lnTo>
                  <a:pt x="13466623" y="3499447"/>
                </a:lnTo>
                <a:lnTo>
                  <a:pt x="13463829" y="3494494"/>
                </a:lnTo>
                <a:lnTo>
                  <a:pt x="13453224" y="3489502"/>
                </a:lnTo>
                <a:lnTo>
                  <a:pt x="13447154" y="3492246"/>
                </a:lnTo>
                <a:lnTo>
                  <a:pt x="13429552" y="3522535"/>
                </a:lnTo>
                <a:lnTo>
                  <a:pt x="13420319" y="3539172"/>
                </a:lnTo>
                <a:lnTo>
                  <a:pt x="13421855" y="3546437"/>
                </a:lnTo>
                <a:lnTo>
                  <a:pt x="13435635" y="3554272"/>
                </a:lnTo>
                <a:lnTo>
                  <a:pt x="13443039" y="3551948"/>
                </a:lnTo>
                <a:lnTo>
                  <a:pt x="13447941" y="3543858"/>
                </a:lnTo>
                <a:lnTo>
                  <a:pt x="13456869" y="3528733"/>
                </a:lnTo>
                <a:lnTo>
                  <a:pt x="13467042" y="3510762"/>
                </a:lnTo>
                <a:lnTo>
                  <a:pt x="13467829" y="3507663"/>
                </a:lnTo>
                <a:lnTo>
                  <a:pt x="13469734" y="3502723"/>
                </a:lnTo>
                <a:close/>
              </a:path>
              <a:path extrusionOk="0" h="9698990" w="13728700">
                <a:moveTo>
                  <a:pt x="13517232" y="3469208"/>
                </a:moveTo>
                <a:lnTo>
                  <a:pt x="13458228" y="3431032"/>
                </a:lnTo>
                <a:lnTo>
                  <a:pt x="13409524" y="3412452"/>
                </a:lnTo>
                <a:lnTo>
                  <a:pt x="13359473" y="3401149"/>
                </a:lnTo>
                <a:lnTo>
                  <a:pt x="13308559" y="3396958"/>
                </a:lnTo>
                <a:lnTo>
                  <a:pt x="13263245" y="3399104"/>
                </a:lnTo>
                <a:lnTo>
                  <a:pt x="13220167" y="3405759"/>
                </a:lnTo>
                <a:lnTo>
                  <a:pt x="13179108" y="3417354"/>
                </a:lnTo>
                <a:lnTo>
                  <a:pt x="13139865" y="3434308"/>
                </a:lnTo>
                <a:lnTo>
                  <a:pt x="13097726" y="3458781"/>
                </a:lnTo>
                <a:lnTo>
                  <a:pt x="13060109" y="3486581"/>
                </a:lnTo>
                <a:lnTo>
                  <a:pt x="13027076" y="3517696"/>
                </a:lnTo>
                <a:lnTo>
                  <a:pt x="12998704" y="3552177"/>
                </a:lnTo>
                <a:lnTo>
                  <a:pt x="12975044" y="3590010"/>
                </a:lnTo>
                <a:lnTo>
                  <a:pt x="12956185" y="3631234"/>
                </a:lnTo>
                <a:lnTo>
                  <a:pt x="12942176" y="3675850"/>
                </a:lnTo>
                <a:lnTo>
                  <a:pt x="12933083" y="3723894"/>
                </a:lnTo>
                <a:lnTo>
                  <a:pt x="12929781" y="3778377"/>
                </a:lnTo>
                <a:lnTo>
                  <a:pt x="12934429" y="3831107"/>
                </a:lnTo>
                <a:lnTo>
                  <a:pt x="12946837" y="3882059"/>
                </a:lnTo>
                <a:lnTo>
                  <a:pt x="12966802" y="3931208"/>
                </a:lnTo>
                <a:lnTo>
                  <a:pt x="12994132" y="3978516"/>
                </a:lnTo>
                <a:lnTo>
                  <a:pt x="13029743" y="4023639"/>
                </a:lnTo>
                <a:lnTo>
                  <a:pt x="13037325" y="4023957"/>
                </a:lnTo>
                <a:lnTo>
                  <a:pt x="13048844" y="4013860"/>
                </a:lnTo>
                <a:lnTo>
                  <a:pt x="13049136" y="4006507"/>
                </a:lnTo>
                <a:lnTo>
                  <a:pt x="13041884" y="3996791"/>
                </a:lnTo>
                <a:lnTo>
                  <a:pt x="13037706" y="3992016"/>
                </a:lnTo>
                <a:lnTo>
                  <a:pt x="13009766" y="3953967"/>
                </a:lnTo>
                <a:lnTo>
                  <a:pt x="12987604" y="3913695"/>
                </a:lnTo>
                <a:lnTo>
                  <a:pt x="12971336" y="3871188"/>
                </a:lnTo>
                <a:lnTo>
                  <a:pt x="12961049" y="3826484"/>
                </a:lnTo>
                <a:lnTo>
                  <a:pt x="12956858" y="3779609"/>
                </a:lnTo>
                <a:lnTo>
                  <a:pt x="12958890" y="3728783"/>
                </a:lnTo>
                <a:lnTo>
                  <a:pt x="12967475" y="3680549"/>
                </a:lnTo>
                <a:lnTo>
                  <a:pt x="12982651" y="3635019"/>
                </a:lnTo>
                <a:lnTo>
                  <a:pt x="13004445" y="3592334"/>
                </a:lnTo>
                <a:lnTo>
                  <a:pt x="13032905" y="3552609"/>
                </a:lnTo>
                <a:lnTo>
                  <a:pt x="13068084" y="3515995"/>
                </a:lnTo>
                <a:lnTo>
                  <a:pt x="13109753" y="3482771"/>
                </a:lnTo>
                <a:lnTo>
                  <a:pt x="13153365" y="3456990"/>
                </a:lnTo>
                <a:lnTo>
                  <a:pt x="13198856" y="3438575"/>
                </a:lnTo>
                <a:lnTo>
                  <a:pt x="13246164" y="3427476"/>
                </a:lnTo>
                <a:lnTo>
                  <a:pt x="13295211" y="3423589"/>
                </a:lnTo>
                <a:lnTo>
                  <a:pt x="13345922" y="3426879"/>
                </a:lnTo>
                <a:lnTo>
                  <a:pt x="13398259" y="3437242"/>
                </a:lnTo>
                <a:lnTo>
                  <a:pt x="13446366" y="3454666"/>
                </a:lnTo>
                <a:lnTo>
                  <a:pt x="13491147" y="3479698"/>
                </a:lnTo>
                <a:lnTo>
                  <a:pt x="13498335" y="3483127"/>
                </a:lnTo>
                <a:lnTo>
                  <a:pt x="13504659" y="3483660"/>
                </a:lnTo>
                <a:lnTo>
                  <a:pt x="13509879" y="3481387"/>
                </a:lnTo>
                <a:lnTo>
                  <a:pt x="13513740" y="3476383"/>
                </a:lnTo>
                <a:lnTo>
                  <a:pt x="13517232" y="3469208"/>
                </a:lnTo>
                <a:close/>
              </a:path>
              <a:path extrusionOk="0" h="9698990" w="13728700">
                <a:moveTo>
                  <a:pt x="13579577" y="3613988"/>
                </a:moveTo>
                <a:lnTo>
                  <a:pt x="13575500" y="3603180"/>
                </a:lnTo>
                <a:lnTo>
                  <a:pt x="13568464" y="3601301"/>
                </a:lnTo>
                <a:lnTo>
                  <a:pt x="13552894" y="3609505"/>
                </a:lnTo>
                <a:lnTo>
                  <a:pt x="13519874" y="3636226"/>
                </a:lnTo>
                <a:lnTo>
                  <a:pt x="13521931" y="3644608"/>
                </a:lnTo>
                <a:lnTo>
                  <a:pt x="13527418" y="3647668"/>
                </a:lnTo>
                <a:lnTo>
                  <a:pt x="13529729" y="3649992"/>
                </a:lnTo>
                <a:lnTo>
                  <a:pt x="13533438" y="3649599"/>
                </a:lnTo>
                <a:lnTo>
                  <a:pt x="13534543" y="3649789"/>
                </a:lnTo>
                <a:lnTo>
                  <a:pt x="13556336" y="3637496"/>
                </a:lnTo>
                <a:lnTo>
                  <a:pt x="13566712" y="3631349"/>
                </a:lnTo>
                <a:lnTo>
                  <a:pt x="13576783" y="3624770"/>
                </a:lnTo>
                <a:lnTo>
                  <a:pt x="13579539" y="3622865"/>
                </a:lnTo>
                <a:lnTo>
                  <a:pt x="13579577" y="3613988"/>
                </a:lnTo>
                <a:close/>
              </a:path>
              <a:path extrusionOk="0" h="9698990" w="13728700">
                <a:moveTo>
                  <a:pt x="13582307" y="3922039"/>
                </a:moveTo>
                <a:lnTo>
                  <a:pt x="13537997" y="3890391"/>
                </a:lnTo>
                <a:lnTo>
                  <a:pt x="13535190" y="3889730"/>
                </a:lnTo>
                <a:lnTo>
                  <a:pt x="13530542" y="3888016"/>
                </a:lnTo>
                <a:lnTo>
                  <a:pt x="13527304" y="3891356"/>
                </a:lnTo>
                <a:lnTo>
                  <a:pt x="13522668" y="3894378"/>
                </a:lnTo>
                <a:lnTo>
                  <a:pt x="13517613" y="3904818"/>
                </a:lnTo>
                <a:lnTo>
                  <a:pt x="13520560" y="3910520"/>
                </a:lnTo>
                <a:lnTo>
                  <a:pt x="13534682" y="3919016"/>
                </a:lnTo>
                <a:lnTo>
                  <a:pt x="13551497" y="3928795"/>
                </a:lnTo>
                <a:lnTo>
                  <a:pt x="13567753" y="3937685"/>
                </a:lnTo>
                <a:lnTo>
                  <a:pt x="13575411" y="3935387"/>
                </a:lnTo>
                <a:lnTo>
                  <a:pt x="13582307" y="3922039"/>
                </a:lnTo>
                <a:close/>
              </a:path>
              <a:path extrusionOk="0" h="9698990" w="13728700">
                <a:moveTo>
                  <a:pt x="13583526" y="3525342"/>
                </a:moveTo>
                <a:lnTo>
                  <a:pt x="13548030" y="3489744"/>
                </a:lnTo>
                <a:lnTo>
                  <a:pt x="13544652" y="3489058"/>
                </a:lnTo>
                <a:lnTo>
                  <a:pt x="13540219" y="3487001"/>
                </a:lnTo>
                <a:lnTo>
                  <a:pt x="13536778" y="3490150"/>
                </a:lnTo>
                <a:lnTo>
                  <a:pt x="13531393" y="3492817"/>
                </a:lnTo>
                <a:lnTo>
                  <a:pt x="13529031" y="3500983"/>
                </a:lnTo>
                <a:lnTo>
                  <a:pt x="13564756" y="3542741"/>
                </a:lnTo>
                <a:lnTo>
                  <a:pt x="13571525" y="3543160"/>
                </a:lnTo>
                <a:lnTo>
                  <a:pt x="13583069" y="3532073"/>
                </a:lnTo>
                <a:lnTo>
                  <a:pt x="13583526" y="3525342"/>
                </a:lnTo>
                <a:close/>
              </a:path>
              <a:path extrusionOk="0" h="9698990" w="13728700">
                <a:moveTo>
                  <a:pt x="13621423" y="3777526"/>
                </a:moveTo>
                <a:lnTo>
                  <a:pt x="13621322" y="3761295"/>
                </a:lnTo>
                <a:lnTo>
                  <a:pt x="13616153" y="3756774"/>
                </a:lnTo>
                <a:lnTo>
                  <a:pt x="13601853" y="3755910"/>
                </a:lnTo>
                <a:lnTo>
                  <a:pt x="13595528" y="3756228"/>
                </a:lnTo>
                <a:lnTo>
                  <a:pt x="13589229" y="3756228"/>
                </a:lnTo>
                <a:lnTo>
                  <a:pt x="13582295" y="3756228"/>
                </a:lnTo>
                <a:lnTo>
                  <a:pt x="13575348" y="3755885"/>
                </a:lnTo>
                <a:lnTo>
                  <a:pt x="13560425" y="3756825"/>
                </a:lnTo>
                <a:lnTo>
                  <a:pt x="13555320" y="3761435"/>
                </a:lnTo>
                <a:lnTo>
                  <a:pt x="13555421" y="3777704"/>
                </a:lnTo>
                <a:lnTo>
                  <a:pt x="13560603" y="3782428"/>
                </a:lnTo>
                <a:lnTo>
                  <a:pt x="13578523" y="3782898"/>
                </a:lnTo>
                <a:lnTo>
                  <a:pt x="13588454" y="3782974"/>
                </a:lnTo>
                <a:lnTo>
                  <a:pt x="13598373" y="3782898"/>
                </a:lnTo>
                <a:lnTo>
                  <a:pt x="13616292" y="3782377"/>
                </a:lnTo>
                <a:lnTo>
                  <a:pt x="13621423" y="3777526"/>
                </a:lnTo>
                <a:close/>
              </a:path>
              <a:path extrusionOk="0" h="9698990" w="13728700">
                <a:moveTo>
                  <a:pt x="13674852" y="3768826"/>
                </a:moveTo>
                <a:lnTo>
                  <a:pt x="13671156" y="3716413"/>
                </a:lnTo>
                <a:lnTo>
                  <a:pt x="13660146" y="3665550"/>
                </a:lnTo>
                <a:lnTo>
                  <a:pt x="13641883" y="3616426"/>
                </a:lnTo>
                <a:lnTo>
                  <a:pt x="13616407" y="3569220"/>
                </a:lnTo>
                <a:lnTo>
                  <a:pt x="13599643" y="3556635"/>
                </a:lnTo>
                <a:lnTo>
                  <a:pt x="13593890" y="3558933"/>
                </a:lnTo>
                <a:lnTo>
                  <a:pt x="13589546" y="3563239"/>
                </a:lnTo>
                <a:lnTo>
                  <a:pt x="13588175" y="3568636"/>
                </a:lnTo>
                <a:lnTo>
                  <a:pt x="13589686" y="3575405"/>
                </a:lnTo>
                <a:lnTo>
                  <a:pt x="13594055" y="3583800"/>
                </a:lnTo>
                <a:lnTo>
                  <a:pt x="13617880" y="3628174"/>
                </a:lnTo>
                <a:lnTo>
                  <a:pt x="13634974" y="3673564"/>
                </a:lnTo>
                <a:lnTo>
                  <a:pt x="13645261" y="3719944"/>
                </a:lnTo>
                <a:lnTo>
                  <a:pt x="13648665" y="3767264"/>
                </a:lnTo>
                <a:lnTo>
                  <a:pt x="13645096" y="3815486"/>
                </a:lnTo>
                <a:lnTo>
                  <a:pt x="13634517" y="3864584"/>
                </a:lnTo>
                <a:lnTo>
                  <a:pt x="13617194" y="3912006"/>
                </a:lnTo>
                <a:lnTo>
                  <a:pt x="13593763" y="3955554"/>
                </a:lnTo>
                <a:lnTo>
                  <a:pt x="13564769" y="3994785"/>
                </a:lnTo>
                <a:lnTo>
                  <a:pt x="13530834" y="4029265"/>
                </a:lnTo>
                <a:lnTo>
                  <a:pt x="13492531" y="4058564"/>
                </a:lnTo>
                <a:lnTo>
                  <a:pt x="13450443" y="4082237"/>
                </a:lnTo>
                <a:lnTo>
                  <a:pt x="13405180" y="4099852"/>
                </a:lnTo>
                <a:lnTo>
                  <a:pt x="13357314" y="4110990"/>
                </a:lnTo>
                <a:lnTo>
                  <a:pt x="13307441" y="4115206"/>
                </a:lnTo>
                <a:lnTo>
                  <a:pt x="13260413" y="4112780"/>
                </a:lnTo>
                <a:lnTo>
                  <a:pt x="13215290" y="4104373"/>
                </a:lnTo>
                <a:lnTo>
                  <a:pt x="13172110" y="4090022"/>
                </a:lnTo>
                <a:lnTo>
                  <a:pt x="13130886" y="4069753"/>
                </a:lnTo>
                <a:lnTo>
                  <a:pt x="13091617" y="4043616"/>
                </a:lnTo>
                <a:lnTo>
                  <a:pt x="13086614" y="4039730"/>
                </a:lnTo>
                <a:lnTo>
                  <a:pt x="13077444" y="4033824"/>
                </a:lnTo>
                <a:lnTo>
                  <a:pt x="13071132" y="4034294"/>
                </a:lnTo>
                <a:lnTo>
                  <a:pt x="13060756" y="4046778"/>
                </a:lnTo>
                <a:lnTo>
                  <a:pt x="13062052" y="4053205"/>
                </a:lnTo>
                <a:lnTo>
                  <a:pt x="13114363" y="4090809"/>
                </a:lnTo>
                <a:lnTo>
                  <a:pt x="13155473" y="4111929"/>
                </a:lnTo>
                <a:lnTo>
                  <a:pt x="13197840" y="4127538"/>
                </a:lnTo>
                <a:lnTo>
                  <a:pt x="13241452" y="4137596"/>
                </a:lnTo>
                <a:lnTo>
                  <a:pt x="13286296" y="4142016"/>
                </a:lnTo>
                <a:lnTo>
                  <a:pt x="13332346" y="4140758"/>
                </a:lnTo>
                <a:lnTo>
                  <a:pt x="13379564" y="4133761"/>
                </a:lnTo>
                <a:lnTo>
                  <a:pt x="13425411" y="4121175"/>
                </a:lnTo>
                <a:lnTo>
                  <a:pt x="13468426" y="4103205"/>
                </a:lnTo>
                <a:lnTo>
                  <a:pt x="13508304" y="4080281"/>
                </a:lnTo>
                <a:lnTo>
                  <a:pt x="13544690" y="4052824"/>
                </a:lnTo>
                <a:lnTo>
                  <a:pt x="13577291" y="4021251"/>
                </a:lnTo>
                <a:lnTo>
                  <a:pt x="13605764" y="3985984"/>
                </a:lnTo>
                <a:lnTo>
                  <a:pt x="13629780" y="3947426"/>
                </a:lnTo>
                <a:lnTo>
                  <a:pt x="13649020" y="3906024"/>
                </a:lnTo>
                <a:lnTo>
                  <a:pt x="13663168" y="3862171"/>
                </a:lnTo>
                <a:lnTo>
                  <a:pt x="13671893" y="3816299"/>
                </a:lnTo>
                <a:lnTo>
                  <a:pt x="13674852" y="3768826"/>
                </a:lnTo>
                <a:close/>
              </a:path>
              <a:path extrusionOk="0" h="9698990" w="13728700">
                <a:moveTo>
                  <a:pt x="13728078" y="3770071"/>
                </a:moveTo>
                <a:lnTo>
                  <a:pt x="13725627" y="3723563"/>
                </a:lnTo>
                <a:lnTo>
                  <a:pt x="13718362" y="3678631"/>
                </a:lnTo>
                <a:lnTo>
                  <a:pt x="13706462" y="3635095"/>
                </a:lnTo>
                <a:lnTo>
                  <a:pt x="13701408" y="3622205"/>
                </a:lnTo>
                <a:lnTo>
                  <a:pt x="13701408" y="3770071"/>
                </a:lnTo>
                <a:lnTo>
                  <a:pt x="13698639" y="3816604"/>
                </a:lnTo>
                <a:lnTo>
                  <a:pt x="13690714" y="3861562"/>
                </a:lnTo>
                <a:lnTo>
                  <a:pt x="13677913" y="3904627"/>
                </a:lnTo>
                <a:lnTo>
                  <a:pt x="13660565" y="3945509"/>
                </a:lnTo>
                <a:lnTo>
                  <a:pt x="13638949" y="3983913"/>
                </a:lnTo>
                <a:lnTo>
                  <a:pt x="13613359" y="4019537"/>
                </a:lnTo>
                <a:lnTo>
                  <a:pt x="13584123" y="4052087"/>
                </a:lnTo>
                <a:lnTo>
                  <a:pt x="13551510" y="4081246"/>
                </a:lnTo>
                <a:lnTo>
                  <a:pt x="13515848" y="4106735"/>
                </a:lnTo>
                <a:lnTo>
                  <a:pt x="13477405" y="4128262"/>
                </a:lnTo>
                <a:lnTo>
                  <a:pt x="13436499" y="4145496"/>
                </a:lnTo>
                <a:lnTo>
                  <a:pt x="13393433" y="4158170"/>
                </a:lnTo>
                <a:lnTo>
                  <a:pt x="13348500" y="4165968"/>
                </a:lnTo>
                <a:lnTo>
                  <a:pt x="13301993" y="4168584"/>
                </a:lnTo>
                <a:lnTo>
                  <a:pt x="13255460" y="4165854"/>
                </a:lnTo>
                <a:lnTo>
                  <a:pt x="13210527" y="4157942"/>
                </a:lnTo>
                <a:lnTo>
                  <a:pt x="13167462" y="4145178"/>
                </a:lnTo>
                <a:lnTo>
                  <a:pt x="13126568" y="4127855"/>
                </a:lnTo>
                <a:lnTo>
                  <a:pt x="13088163" y="4106265"/>
                </a:lnTo>
                <a:lnTo>
                  <a:pt x="13052527" y="4080700"/>
                </a:lnTo>
                <a:lnTo>
                  <a:pt x="13019964" y="4051477"/>
                </a:lnTo>
                <a:lnTo>
                  <a:pt x="12990779" y="4018889"/>
                </a:lnTo>
                <a:lnTo>
                  <a:pt x="12965265" y="3983228"/>
                </a:lnTo>
                <a:lnTo>
                  <a:pt x="12943726" y="3944797"/>
                </a:lnTo>
                <a:lnTo>
                  <a:pt x="12926454" y="3903903"/>
                </a:lnTo>
                <a:lnTo>
                  <a:pt x="12913754" y="3860838"/>
                </a:lnTo>
                <a:lnTo>
                  <a:pt x="12905931" y="3815892"/>
                </a:lnTo>
                <a:lnTo>
                  <a:pt x="12903264" y="3769385"/>
                </a:lnTo>
                <a:lnTo>
                  <a:pt x="12905969" y="3722789"/>
                </a:lnTo>
                <a:lnTo>
                  <a:pt x="12913868" y="3677767"/>
                </a:lnTo>
                <a:lnTo>
                  <a:pt x="12926657" y="3634625"/>
                </a:lnTo>
                <a:lnTo>
                  <a:pt x="12944018" y="3593668"/>
                </a:lnTo>
                <a:lnTo>
                  <a:pt x="12965659" y="3555187"/>
                </a:lnTo>
                <a:lnTo>
                  <a:pt x="12991275" y="3519500"/>
                </a:lnTo>
                <a:lnTo>
                  <a:pt x="13020574" y="3486899"/>
                </a:lnTo>
                <a:lnTo>
                  <a:pt x="13053238" y="3457676"/>
                </a:lnTo>
                <a:lnTo>
                  <a:pt x="13088988" y="3432149"/>
                </a:lnTo>
                <a:lnTo>
                  <a:pt x="13127495" y="3410610"/>
                </a:lnTo>
                <a:lnTo>
                  <a:pt x="13168465" y="3393376"/>
                </a:lnTo>
                <a:lnTo>
                  <a:pt x="13211594" y="3380727"/>
                </a:lnTo>
                <a:lnTo>
                  <a:pt x="13256590" y="3372967"/>
                </a:lnTo>
                <a:lnTo>
                  <a:pt x="13303149" y="3370415"/>
                </a:lnTo>
                <a:lnTo>
                  <a:pt x="13349707" y="3373234"/>
                </a:lnTo>
                <a:lnTo>
                  <a:pt x="13394677" y="3381210"/>
                </a:lnTo>
                <a:lnTo>
                  <a:pt x="13437743" y="3394037"/>
                </a:lnTo>
                <a:lnTo>
                  <a:pt x="13478624" y="3411410"/>
                </a:lnTo>
                <a:lnTo>
                  <a:pt x="13517017" y="3433051"/>
                </a:lnTo>
                <a:lnTo>
                  <a:pt x="13552627" y="3458654"/>
                </a:lnTo>
                <a:lnTo>
                  <a:pt x="13585152" y="3487915"/>
                </a:lnTo>
                <a:lnTo>
                  <a:pt x="13614286" y="3520529"/>
                </a:lnTo>
                <a:lnTo>
                  <a:pt x="13639749" y="3556216"/>
                </a:lnTo>
                <a:lnTo>
                  <a:pt x="13661225" y="3594646"/>
                </a:lnTo>
                <a:lnTo>
                  <a:pt x="13678434" y="3635552"/>
                </a:lnTo>
                <a:lnTo>
                  <a:pt x="13691057" y="3678631"/>
                </a:lnTo>
                <a:lnTo>
                  <a:pt x="13698817" y="3723563"/>
                </a:lnTo>
                <a:lnTo>
                  <a:pt x="13701408" y="3770071"/>
                </a:lnTo>
                <a:lnTo>
                  <a:pt x="13701408" y="3622205"/>
                </a:lnTo>
                <a:lnTo>
                  <a:pt x="13670039" y="3554641"/>
                </a:lnTo>
                <a:lnTo>
                  <a:pt x="13646049" y="3518077"/>
                </a:lnTo>
                <a:lnTo>
                  <a:pt x="13618502" y="3484232"/>
                </a:lnTo>
                <a:lnTo>
                  <a:pt x="13587679" y="3453396"/>
                </a:lnTo>
                <a:lnTo>
                  <a:pt x="13553847" y="3425837"/>
                </a:lnTo>
                <a:lnTo>
                  <a:pt x="13517258" y="3401822"/>
                </a:lnTo>
                <a:lnTo>
                  <a:pt x="13478167" y="3381591"/>
                </a:lnTo>
                <a:lnTo>
                  <a:pt x="13436854" y="3365411"/>
                </a:lnTo>
                <a:lnTo>
                  <a:pt x="13393547" y="3353536"/>
                </a:lnTo>
                <a:lnTo>
                  <a:pt x="13348526" y="3346234"/>
                </a:lnTo>
                <a:lnTo>
                  <a:pt x="13302044" y="3343757"/>
                </a:lnTo>
                <a:lnTo>
                  <a:pt x="13255651" y="3346272"/>
                </a:lnTo>
                <a:lnTo>
                  <a:pt x="13210718" y="3353612"/>
                </a:lnTo>
                <a:lnTo>
                  <a:pt x="13167500" y="3365500"/>
                </a:lnTo>
                <a:lnTo>
                  <a:pt x="13126250" y="3381692"/>
                </a:lnTo>
                <a:lnTo>
                  <a:pt x="13087236" y="3401923"/>
                </a:lnTo>
                <a:lnTo>
                  <a:pt x="13050698" y="3425939"/>
                </a:lnTo>
                <a:lnTo>
                  <a:pt x="13016916" y="3453485"/>
                </a:lnTo>
                <a:lnTo>
                  <a:pt x="12986131" y="3484283"/>
                </a:lnTo>
                <a:lnTo>
                  <a:pt x="12958623" y="3518090"/>
                </a:lnTo>
                <a:lnTo>
                  <a:pt x="12934620" y="3554666"/>
                </a:lnTo>
                <a:lnTo>
                  <a:pt x="12914389" y="3593757"/>
                </a:lnTo>
                <a:lnTo>
                  <a:pt x="12898260" y="3634943"/>
                </a:lnTo>
                <a:lnTo>
                  <a:pt x="12886398" y="3678186"/>
                </a:lnTo>
                <a:lnTo>
                  <a:pt x="12879134" y="3722789"/>
                </a:lnTo>
                <a:lnTo>
                  <a:pt x="12876594" y="3769385"/>
                </a:lnTo>
                <a:lnTo>
                  <a:pt x="12876619" y="3770071"/>
                </a:lnTo>
                <a:lnTo>
                  <a:pt x="12879083" y="3815892"/>
                </a:lnTo>
                <a:lnTo>
                  <a:pt x="12886398" y="3860838"/>
                </a:lnTo>
                <a:lnTo>
                  <a:pt x="12898273" y="3904094"/>
                </a:lnTo>
                <a:lnTo>
                  <a:pt x="12914452" y="3945356"/>
                </a:lnTo>
                <a:lnTo>
                  <a:pt x="12934671" y="3984383"/>
                </a:lnTo>
                <a:lnTo>
                  <a:pt x="12958674" y="4020934"/>
                </a:lnTo>
                <a:lnTo>
                  <a:pt x="12986195" y="4054741"/>
                </a:lnTo>
                <a:lnTo>
                  <a:pt x="13016979" y="4085539"/>
                </a:lnTo>
                <a:lnTo>
                  <a:pt x="13050774" y="4113072"/>
                </a:lnTo>
                <a:lnTo>
                  <a:pt x="13087312" y="4137088"/>
                </a:lnTo>
                <a:lnTo>
                  <a:pt x="13126339" y="4157319"/>
                </a:lnTo>
                <a:lnTo>
                  <a:pt x="13167589" y="4173512"/>
                </a:lnTo>
                <a:lnTo>
                  <a:pt x="13210820" y="4185399"/>
                </a:lnTo>
                <a:lnTo>
                  <a:pt x="13255752" y="4192727"/>
                </a:lnTo>
                <a:lnTo>
                  <a:pt x="13302133" y="4195241"/>
                </a:lnTo>
                <a:lnTo>
                  <a:pt x="13348538" y="4192778"/>
                </a:lnTo>
                <a:lnTo>
                  <a:pt x="13393484" y="4185475"/>
                </a:lnTo>
                <a:lnTo>
                  <a:pt x="13436727" y="4173626"/>
                </a:lnTo>
                <a:lnTo>
                  <a:pt x="13449580" y="4168584"/>
                </a:lnTo>
                <a:lnTo>
                  <a:pt x="13478002" y="4157459"/>
                </a:lnTo>
                <a:lnTo>
                  <a:pt x="13517055" y="4137266"/>
                </a:lnTo>
                <a:lnTo>
                  <a:pt x="13553618" y="4113276"/>
                </a:lnTo>
                <a:lnTo>
                  <a:pt x="13587438" y="4085767"/>
                </a:lnTo>
                <a:lnTo>
                  <a:pt x="13618248" y="4054995"/>
                </a:lnTo>
                <a:lnTo>
                  <a:pt x="13645807" y="4021213"/>
                </a:lnTo>
                <a:lnTo>
                  <a:pt x="13669836" y="3984688"/>
                </a:lnTo>
                <a:lnTo>
                  <a:pt x="13690092" y="3945674"/>
                </a:lnTo>
                <a:lnTo>
                  <a:pt x="13706297" y="3904424"/>
                </a:lnTo>
                <a:lnTo>
                  <a:pt x="13718210" y="3861219"/>
                </a:lnTo>
                <a:lnTo>
                  <a:pt x="13725500" y="3816604"/>
                </a:lnTo>
                <a:lnTo>
                  <a:pt x="13725576" y="3815892"/>
                </a:lnTo>
                <a:lnTo>
                  <a:pt x="13728078" y="3770071"/>
                </a:lnTo>
                <a:close/>
              </a:path>
            </a:pathLst>
          </a:custGeom>
          <a:solidFill>
            <a:srgbClr val="FFFFFF">
              <a:alpha val="50196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3613873" y="3530694"/>
            <a:ext cx="4036695" cy="1192530"/>
          </a:xfrm>
          <a:custGeom>
            <a:rect b="b" l="l" r="r" t="t"/>
            <a:pathLst>
              <a:path extrusionOk="0" h="1192529" w="4036695">
                <a:moveTo>
                  <a:pt x="534416" y="309372"/>
                </a:moveTo>
                <a:lnTo>
                  <a:pt x="530720" y="285356"/>
                </a:lnTo>
                <a:lnTo>
                  <a:pt x="517613" y="264960"/>
                </a:lnTo>
                <a:lnTo>
                  <a:pt x="509828" y="259588"/>
                </a:lnTo>
                <a:lnTo>
                  <a:pt x="509828" y="305181"/>
                </a:lnTo>
                <a:lnTo>
                  <a:pt x="507682" y="318008"/>
                </a:lnTo>
                <a:lnTo>
                  <a:pt x="501408" y="333171"/>
                </a:lnTo>
                <a:lnTo>
                  <a:pt x="494626" y="348094"/>
                </a:lnTo>
                <a:lnTo>
                  <a:pt x="487654" y="362826"/>
                </a:lnTo>
                <a:lnTo>
                  <a:pt x="480809" y="377431"/>
                </a:lnTo>
                <a:lnTo>
                  <a:pt x="470103" y="372706"/>
                </a:lnTo>
                <a:lnTo>
                  <a:pt x="470103" y="403809"/>
                </a:lnTo>
                <a:lnTo>
                  <a:pt x="460959" y="423062"/>
                </a:lnTo>
                <a:lnTo>
                  <a:pt x="449059" y="417817"/>
                </a:lnTo>
                <a:lnTo>
                  <a:pt x="449059" y="448195"/>
                </a:lnTo>
                <a:lnTo>
                  <a:pt x="190652" y="1033665"/>
                </a:lnTo>
                <a:lnTo>
                  <a:pt x="179895" y="1018565"/>
                </a:lnTo>
                <a:lnTo>
                  <a:pt x="178904" y="1017117"/>
                </a:lnTo>
                <a:lnTo>
                  <a:pt x="177076" y="1014476"/>
                </a:lnTo>
                <a:lnTo>
                  <a:pt x="177076" y="1057884"/>
                </a:lnTo>
                <a:lnTo>
                  <a:pt x="133121" y="1090180"/>
                </a:lnTo>
                <a:lnTo>
                  <a:pt x="117043" y="1101725"/>
                </a:lnTo>
                <a:lnTo>
                  <a:pt x="112737" y="1100759"/>
                </a:lnTo>
                <a:lnTo>
                  <a:pt x="111074" y="1099261"/>
                </a:lnTo>
                <a:lnTo>
                  <a:pt x="103733" y="1093533"/>
                </a:lnTo>
                <a:lnTo>
                  <a:pt x="95237" y="1086904"/>
                </a:lnTo>
                <a:lnTo>
                  <a:pt x="94475" y="1086497"/>
                </a:lnTo>
                <a:lnTo>
                  <a:pt x="94475" y="1118717"/>
                </a:lnTo>
                <a:lnTo>
                  <a:pt x="43180" y="1156843"/>
                </a:lnTo>
                <a:lnTo>
                  <a:pt x="36614" y="1093533"/>
                </a:lnTo>
                <a:lnTo>
                  <a:pt x="52870" y="1095476"/>
                </a:lnTo>
                <a:lnTo>
                  <a:pt x="67741" y="1100353"/>
                </a:lnTo>
                <a:lnTo>
                  <a:pt x="81508" y="1108125"/>
                </a:lnTo>
                <a:lnTo>
                  <a:pt x="94475" y="1118717"/>
                </a:lnTo>
                <a:lnTo>
                  <a:pt x="94475" y="1086497"/>
                </a:lnTo>
                <a:lnTo>
                  <a:pt x="78092" y="1077544"/>
                </a:lnTo>
                <a:lnTo>
                  <a:pt x="59626" y="1071181"/>
                </a:lnTo>
                <a:lnTo>
                  <a:pt x="39827" y="1067790"/>
                </a:lnTo>
                <a:lnTo>
                  <a:pt x="37617" y="1067587"/>
                </a:lnTo>
                <a:lnTo>
                  <a:pt x="34010" y="1065047"/>
                </a:lnTo>
                <a:lnTo>
                  <a:pt x="31711" y="1045400"/>
                </a:lnTo>
                <a:lnTo>
                  <a:pt x="29730" y="1027455"/>
                </a:lnTo>
                <a:lnTo>
                  <a:pt x="25895" y="991158"/>
                </a:lnTo>
                <a:lnTo>
                  <a:pt x="60439" y="986751"/>
                </a:lnTo>
                <a:lnTo>
                  <a:pt x="71691" y="985583"/>
                </a:lnTo>
                <a:lnTo>
                  <a:pt x="73723" y="985393"/>
                </a:lnTo>
                <a:lnTo>
                  <a:pt x="77114" y="988542"/>
                </a:lnTo>
                <a:lnTo>
                  <a:pt x="78244" y="991158"/>
                </a:lnTo>
                <a:lnTo>
                  <a:pt x="81394" y="998728"/>
                </a:lnTo>
                <a:lnTo>
                  <a:pt x="84480" y="1006614"/>
                </a:lnTo>
                <a:lnTo>
                  <a:pt x="87515" y="1014514"/>
                </a:lnTo>
                <a:lnTo>
                  <a:pt x="90601" y="1022400"/>
                </a:lnTo>
                <a:lnTo>
                  <a:pt x="93967" y="1028407"/>
                </a:lnTo>
                <a:lnTo>
                  <a:pt x="98272" y="1031811"/>
                </a:lnTo>
                <a:lnTo>
                  <a:pt x="103695" y="1032700"/>
                </a:lnTo>
                <a:lnTo>
                  <a:pt x="110401" y="1031151"/>
                </a:lnTo>
                <a:lnTo>
                  <a:pt x="125831" y="1025347"/>
                </a:lnTo>
                <a:lnTo>
                  <a:pt x="133616" y="1022273"/>
                </a:lnTo>
                <a:lnTo>
                  <a:pt x="146011" y="1017117"/>
                </a:lnTo>
                <a:lnTo>
                  <a:pt x="149047" y="1017511"/>
                </a:lnTo>
                <a:lnTo>
                  <a:pt x="152285" y="1022400"/>
                </a:lnTo>
                <a:lnTo>
                  <a:pt x="158203" y="1031151"/>
                </a:lnTo>
                <a:lnTo>
                  <a:pt x="164325" y="1039914"/>
                </a:lnTo>
                <a:lnTo>
                  <a:pt x="177076" y="1057884"/>
                </a:lnTo>
                <a:lnTo>
                  <a:pt x="177076" y="1014476"/>
                </a:lnTo>
                <a:lnTo>
                  <a:pt x="174612" y="1010894"/>
                </a:lnTo>
                <a:lnTo>
                  <a:pt x="170561" y="1004531"/>
                </a:lnTo>
                <a:lnTo>
                  <a:pt x="169608" y="1003033"/>
                </a:lnTo>
                <a:lnTo>
                  <a:pt x="167995" y="1000353"/>
                </a:lnTo>
                <a:lnTo>
                  <a:pt x="169164" y="995045"/>
                </a:lnTo>
                <a:lnTo>
                  <a:pt x="175234" y="981176"/>
                </a:lnTo>
                <a:lnTo>
                  <a:pt x="413550" y="440550"/>
                </a:lnTo>
                <a:lnTo>
                  <a:pt x="413550" y="436410"/>
                </a:lnTo>
                <a:lnTo>
                  <a:pt x="414134" y="433222"/>
                </a:lnTo>
                <a:lnTo>
                  <a:pt x="449059" y="448195"/>
                </a:lnTo>
                <a:lnTo>
                  <a:pt x="449059" y="417817"/>
                </a:lnTo>
                <a:lnTo>
                  <a:pt x="415023" y="402793"/>
                </a:lnTo>
                <a:lnTo>
                  <a:pt x="393331" y="393230"/>
                </a:lnTo>
                <a:lnTo>
                  <a:pt x="393331" y="424091"/>
                </a:lnTo>
                <a:lnTo>
                  <a:pt x="392455" y="426224"/>
                </a:lnTo>
                <a:lnTo>
                  <a:pt x="391325" y="429221"/>
                </a:lnTo>
                <a:lnTo>
                  <a:pt x="229628" y="795680"/>
                </a:lnTo>
                <a:lnTo>
                  <a:pt x="149923" y="977646"/>
                </a:lnTo>
                <a:lnTo>
                  <a:pt x="142379" y="988682"/>
                </a:lnTo>
                <a:lnTo>
                  <a:pt x="132715" y="995146"/>
                </a:lnTo>
                <a:lnTo>
                  <a:pt x="121793" y="999578"/>
                </a:lnTo>
                <a:lnTo>
                  <a:pt x="110540" y="1004531"/>
                </a:lnTo>
                <a:lnTo>
                  <a:pt x="98120" y="970737"/>
                </a:lnTo>
                <a:lnTo>
                  <a:pt x="100228" y="966114"/>
                </a:lnTo>
                <a:lnTo>
                  <a:pt x="100838" y="964742"/>
                </a:lnTo>
                <a:lnTo>
                  <a:pt x="345478" y="409829"/>
                </a:lnTo>
                <a:lnTo>
                  <a:pt x="345541" y="406019"/>
                </a:lnTo>
                <a:lnTo>
                  <a:pt x="346163" y="402793"/>
                </a:lnTo>
                <a:lnTo>
                  <a:pt x="393331" y="424091"/>
                </a:lnTo>
                <a:lnTo>
                  <a:pt x="393331" y="393230"/>
                </a:lnTo>
                <a:lnTo>
                  <a:pt x="361467" y="379158"/>
                </a:lnTo>
                <a:lnTo>
                  <a:pt x="324815" y="363004"/>
                </a:lnTo>
                <a:lnTo>
                  <a:pt x="324815" y="393890"/>
                </a:lnTo>
                <a:lnTo>
                  <a:pt x="324040" y="395909"/>
                </a:lnTo>
                <a:lnTo>
                  <a:pt x="322961" y="399148"/>
                </a:lnTo>
                <a:lnTo>
                  <a:pt x="77254" y="956564"/>
                </a:lnTo>
                <a:lnTo>
                  <a:pt x="72885" y="960932"/>
                </a:lnTo>
                <a:lnTo>
                  <a:pt x="63500" y="961263"/>
                </a:lnTo>
                <a:lnTo>
                  <a:pt x="56222" y="961783"/>
                </a:lnTo>
                <a:lnTo>
                  <a:pt x="49034" y="962685"/>
                </a:lnTo>
                <a:lnTo>
                  <a:pt x="35179" y="964742"/>
                </a:lnTo>
                <a:lnTo>
                  <a:pt x="293662" y="379158"/>
                </a:lnTo>
                <a:lnTo>
                  <a:pt x="324815" y="393890"/>
                </a:lnTo>
                <a:lnTo>
                  <a:pt x="324815" y="363004"/>
                </a:lnTo>
                <a:lnTo>
                  <a:pt x="302641" y="353212"/>
                </a:lnTo>
                <a:lnTo>
                  <a:pt x="311683" y="333641"/>
                </a:lnTo>
                <a:lnTo>
                  <a:pt x="470103" y="403809"/>
                </a:lnTo>
                <a:lnTo>
                  <a:pt x="470103" y="372706"/>
                </a:lnTo>
                <a:lnTo>
                  <a:pt x="381609" y="333641"/>
                </a:lnTo>
                <a:lnTo>
                  <a:pt x="323557" y="308025"/>
                </a:lnTo>
                <a:lnTo>
                  <a:pt x="329793" y="293204"/>
                </a:lnTo>
                <a:lnTo>
                  <a:pt x="349631" y="248386"/>
                </a:lnTo>
                <a:lnTo>
                  <a:pt x="381685" y="230073"/>
                </a:lnTo>
                <a:lnTo>
                  <a:pt x="394487" y="232765"/>
                </a:lnTo>
                <a:lnTo>
                  <a:pt x="441985" y="253187"/>
                </a:lnTo>
                <a:lnTo>
                  <a:pt x="489102" y="274459"/>
                </a:lnTo>
                <a:lnTo>
                  <a:pt x="509828" y="305181"/>
                </a:lnTo>
                <a:lnTo>
                  <a:pt x="509828" y="259588"/>
                </a:lnTo>
                <a:lnTo>
                  <a:pt x="451459" y="230073"/>
                </a:lnTo>
                <a:lnTo>
                  <a:pt x="407568" y="210807"/>
                </a:lnTo>
                <a:lnTo>
                  <a:pt x="383463" y="205105"/>
                </a:lnTo>
                <a:lnTo>
                  <a:pt x="371411" y="205841"/>
                </a:lnTo>
                <a:lnTo>
                  <a:pt x="337210" y="223469"/>
                </a:lnTo>
                <a:lnTo>
                  <a:pt x="283057" y="335368"/>
                </a:lnTo>
                <a:lnTo>
                  <a:pt x="257213" y="393890"/>
                </a:lnTo>
                <a:lnTo>
                  <a:pt x="1117" y="974801"/>
                </a:lnTo>
                <a:lnTo>
                  <a:pt x="0" y="981176"/>
                </a:lnTo>
                <a:lnTo>
                  <a:pt x="5359" y="1034681"/>
                </a:lnTo>
                <a:lnTo>
                  <a:pt x="10274" y="1082586"/>
                </a:lnTo>
                <a:lnTo>
                  <a:pt x="20269" y="1178394"/>
                </a:lnTo>
                <a:lnTo>
                  <a:pt x="34620" y="1191983"/>
                </a:lnTo>
                <a:lnTo>
                  <a:pt x="42291" y="1188453"/>
                </a:lnTo>
                <a:lnTo>
                  <a:pt x="85166" y="1156843"/>
                </a:lnTo>
                <a:lnTo>
                  <a:pt x="159766" y="1101725"/>
                </a:lnTo>
                <a:lnTo>
                  <a:pt x="201803" y="1070533"/>
                </a:lnTo>
                <a:lnTo>
                  <a:pt x="219951" y="1033665"/>
                </a:lnTo>
                <a:lnTo>
                  <a:pt x="243179" y="981176"/>
                </a:lnTo>
                <a:lnTo>
                  <a:pt x="485000" y="433222"/>
                </a:lnTo>
                <a:lnTo>
                  <a:pt x="489496" y="423062"/>
                </a:lnTo>
                <a:lnTo>
                  <a:pt x="502450" y="393788"/>
                </a:lnTo>
                <a:lnTo>
                  <a:pt x="509663" y="377431"/>
                </a:lnTo>
                <a:lnTo>
                  <a:pt x="515327" y="364591"/>
                </a:lnTo>
                <a:lnTo>
                  <a:pt x="528116" y="335368"/>
                </a:lnTo>
                <a:lnTo>
                  <a:pt x="534416" y="309372"/>
                </a:lnTo>
                <a:close/>
              </a:path>
              <a:path extrusionOk="0" h="1192529" w="4036695">
                <a:moveTo>
                  <a:pt x="3357715" y="417703"/>
                </a:moveTo>
                <a:lnTo>
                  <a:pt x="3352584" y="413080"/>
                </a:lnTo>
                <a:lnTo>
                  <a:pt x="3337979" y="412127"/>
                </a:lnTo>
                <a:lnTo>
                  <a:pt x="3331349" y="412457"/>
                </a:lnTo>
                <a:lnTo>
                  <a:pt x="3324733" y="412457"/>
                </a:lnTo>
                <a:lnTo>
                  <a:pt x="3318103" y="412457"/>
                </a:lnTo>
                <a:lnTo>
                  <a:pt x="3311487" y="412153"/>
                </a:lnTo>
                <a:lnTo>
                  <a:pt x="3296869" y="413004"/>
                </a:lnTo>
                <a:lnTo>
                  <a:pt x="3291687" y="417512"/>
                </a:lnTo>
                <a:lnTo>
                  <a:pt x="3291573" y="433781"/>
                </a:lnTo>
                <a:lnTo>
                  <a:pt x="3296716" y="438619"/>
                </a:lnTo>
                <a:lnTo>
                  <a:pt x="3314636" y="439140"/>
                </a:lnTo>
                <a:lnTo>
                  <a:pt x="3324555" y="439216"/>
                </a:lnTo>
                <a:lnTo>
                  <a:pt x="3334474" y="439140"/>
                </a:lnTo>
                <a:lnTo>
                  <a:pt x="3352406" y="438670"/>
                </a:lnTo>
                <a:lnTo>
                  <a:pt x="3357600" y="433933"/>
                </a:lnTo>
                <a:lnTo>
                  <a:pt x="3357715" y="417703"/>
                </a:lnTo>
                <a:close/>
              </a:path>
              <a:path extrusionOk="0" h="1192529" w="4036695">
                <a:moveTo>
                  <a:pt x="3393313" y="561848"/>
                </a:moveTo>
                <a:lnTo>
                  <a:pt x="3391801" y="553529"/>
                </a:lnTo>
                <a:lnTo>
                  <a:pt x="3387382" y="548005"/>
                </a:lnTo>
                <a:lnTo>
                  <a:pt x="3381133" y="545769"/>
                </a:lnTo>
                <a:lnTo>
                  <a:pt x="3374123" y="547331"/>
                </a:lnTo>
                <a:lnTo>
                  <a:pt x="3332848" y="570966"/>
                </a:lnTo>
                <a:lnTo>
                  <a:pt x="3330689" y="578535"/>
                </a:lnTo>
                <a:lnTo>
                  <a:pt x="3337839" y="591731"/>
                </a:lnTo>
                <a:lnTo>
                  <a:pt x="3345446" y="593864"/>
                </a:lnTo>
                <a:lnTo>
                  <a:pt x="3361537" y="585076"/>
                </a:lnTo>
                <a:lnTo>
                  <a:pt x="3369792" y="580390"/>
                </a:lnTo>
                <a:lnTo>
                  <a:pt x="3377958" y="575538"/>
                </a:lnTo>
                <a:lnTo>
                  <a:pt x="3389604" y="568172"/>
                </a:lnTo>
                <a:lnTo>
                  <a:pt x="3391814" y="563689"/>
                </a:lnTo>
                <a:lnTo>
                  <a:pt x="3393313" y="561848"/>
                </a:lnTo>
                <a:close/>
              </a:path>
              <a:path extrusionOk="0" h="1192529" w="4036695">
                <a:moveTo>
                  <a:pt x="3393440" y="290715"/>
                </a:moveTo>
                <a:lnTo>
                  <a:pt x="3392360" y="288937"/>
                </a:lnTo>
                <a:lnTo>
                  <a:pt x="3391065" y="284340"/>
                </a:lnTo>
                <a:lnTo>
                  <a:pt x="3379025" y="276745"/>
                </a:lnTo>
                <a:lnTo>
                  <a:pt x="3369856" y="271259"/>
                </a:lnTo>
                <a:lnTo>
                  <a:pt x="3360585" y="265976"/>
                </a:lnTo>
                <a:lnTo>
                  <a:pt x="3344888" y="257568"/>
                </a:lnTo>
                <a:lnTo>
                  <a:pt x="3338499" y="259384"/>
                </a:lnTo>
                <a:lnTo>
                  <a:pt x="3330854" y="272376"/>
                </a:lnTo>
                <a:lnTo>
                  <a:pt x="3331705" y="279273"/>
                </a:lnTo>
                <a:lnTo>
                  <a:pt x="3365817" y="299631"/>
                </a:lnTo>
                <a:lnTo>
                  <a:pt x="3381629" y="305816"/>
                </a:lnTo>
                <a:lnTo>
                  <a:pt x="3387433" y="303530"/>
                </a:lnTo>
                <a:lnTo>
                  <a:pt x="3391687" y="298310"/>
                </a:lnTo>
                <a:lnTo>
                  <a:pt x="3393440" y="290715"/>
                </a:lnTo>
                <a:close/>
              </a:path>
              <a:path extrusionOk="0" h="1192529" w="4036695">
                <a:moveTo>
                  <a:pt x="3491204" y="198335"/>
                </a:moveTo>
                <a:lnTo>
                  <a:pt x="3490798" y="194589"/>
                </a:lnTo>
                <a:lnTo>
                  <a:pt x="3490988" y="193484"/>
                </a:lnTo>
                <a:lnTo>
                  <a:pt x="3478695" y="171704"/>
                </a:lnTo>
                <a:lnTo>
                  <a:pt x="3472535" y="161328"/>
                </a:lnTo>
                <a:lnTo>
                  <a:pt x="3465944" y="151269"/>
                </a:lnTo>
                <a:lnTo>
                  <a:pt x="3464039" y="148526"/>
                </a:lnTo>
                <a:lnTo>
                  <a:pt x="3455174" y="148488"/>
                </a:lnTo>
                <a:lnTo>
                  <a:pt x="3444367" y="152577"/>
                </a:lnTo>
                <a:lnTo>
                  <a:pt x="3442474" y="159575"/>
                </a:lnTo>
                <a:lnTo>
                  <a:pt x="3450704" y="175158"/>
                </a:lnTo>
                <a:lnTo>
                  <a:pt x="3477425" y="208127"/>
                </a:lnTo>
                <a:lnTo>
                  <a:pt x="3485832" y="206082"/>
                </a:lnTo>
                <a:lnTo>
                  <a:pt x="3488893" y="200621"/>
                </a:lnTo>
                <a:lnTo>
                  <a:pt x="3491204" y="198335"/>
                </a:lnTo>
                <a:close/>
              </a:path>
              <a:path extrusionOk="0" h="1192529" w="4036695">
                <a:moveTo>
                  <a:pt x="3492284" y="654342"/>
                </a:moveTo>
                <a:lnTo>
                  <a:pt x="3488956" y="650963"/>
                </a:lnTo>
                <a:lnTo>
                  <a:pt x="3486035" y="646264"/>
                </a:lnTo>
                <a:lnTo>
                  <a:pt x="3475723" y="641007"/>
                </a:lnTo>
                <a:lnTo>
                  <a:pt x="3469868" y="643724"/>
                </a:lnTo>
                <a:lnTo>
                  <a:pt x="3461435" y="657618"/>
                </a:lnTo>
                <a:lnTo>
                  <a:pt x="3451860" y="674027"/>
                </a:lnTo>
                <a:lnTo>
                  <a:pt x="3442538" y="690689"/>
                </a:lnTo>
                <a:lnTo>
                  <a:pt x="3444265" y="698271"/>
                </a:lnTo>
                <a:lnTo>
                  <a:pt x="3458083" y="705853"/>
                </a:lnTo>
                <a:lnTo>
                  <a:pt x="3465588" y="703402"/>
                </a:lnTo>
                <a:lnTo>
                  <a:pt x="3474796" y="687832"/>
                </a:lnTo>
                <a:lnTo>
                  <a:pt x="3489325" y="662216"/>
                </a:lnTo>
                <a:lnTo>
                  <a:pt x="3490252" y="659193"/>
                </a:lnTo>
                <a:lnTo>
                  <a:pt x="3492284" y="654342"/>
                </a:lnTo>
                <a:close/>
              </a:path>
              <a:path extrusionOk="0" h="1192529" w="4036695">
                <a:moveTo>
                  <a:pt x="3624161" y="711682"/>
                </a:moveTo>
                <a:lnTo>
                  <a:pt x="3624084" y="701763"/>
                </a:lnTo>
                <a:lnTo>
                  <a:pt x="3623564" y="683818"/>
                </a:lnTo>
                <a:lnTo>
                  <a:pt x="3618712" y="678700"/>
                </a:lnTo>
                <a:lnTo>
                  <a:pt x="3602482" y="678815"/>
                </a:lnTo>
                <a:lnTo>
                  <a:pt x="3597948" y="683971"/>
                </a:lnTo>
                <a:lnTo>
                  <a:pt x="3597110" y="698614"/>
                </a:lnTo>
                <a:lnTo>
                  <a:pt x="3597414" y="705243"/>
                </a:lnTo>
                <a:lnTo>
                  <a:pt x="3597414" y="711860"/>
                </a:lnTo>
                <a:lnTo>
                  <a:pt x="3597414" y="718477"/>
                </a:lnTo>
                <a:lnTo>
                  <a:pt x="3597071" y="725106"/>
                </a:lnTo>
                <a:lnTo>
                  <a:pt x="3598024" y="739736"/>
                </a:lnTo>
                <a:lnTo>
                  <a:pt x="3602672" y="744829"/>
                </a:lnTo>
                <a:lnTo>
                  <a:pt x="3618865" y="744728"/>
                </a:lnTo>
                <a:lnTo>
                  <a:pt x="3623614" y="739546"/>
                </a:lnTo>
                <a:lnTo>
                  <a:pt x="3624084" y="721601"/>
                </a:lnTo>
                <a:lnTo>
                  <a:pt x="3624161" y="711682"/>
                </a:lnTo>
                <a:close/>
              </a:path>
              <a:path extrusionOk="0" h="1192529" w="4036695">
                <a:moveTo>
                  <a:pt x="3624300" y="126314"/>
                </a:moveTo>
                <a:lnTo>
                  <a:pt x="3623322" y="111709"/>
                </a:lnTo>
                <a:lnTo>
                  <a:pt x="3618674" y="106603"/>
                </a:lnTo>
                <a:lnTo>
                  <a:pt x="3602456" y="106768"/>
                </a:lnTo>
                <a:lnTo>
                  <a:pt x="3597732" y="111925"/>
                </a:lnTo>
                <a:lnTo>
                  <a:pt x="3597300" y="129882"/>
                </a:lnTo>
                <a:lnTo>
                  <a:pt x="3597224" y="139814"/>
                </a:lnTo>
                <a:lnTo>
                  <a:pt x="3597300" y="149733"/>
                </a:lnTo>
                <a:lnTo>
                  <a:pt x="3597795" y="167690"/>
                </a:lnTo>
                <a:lnTo>
                  <a:pt x="3602698" y="172770"/>
                </a:lnTo>
                <a:lnTo>
                  <a:pt x="3618903" y="172631"/>
                </a:lnTo>
                <a:lnTo>
                  <a:pt x="3623424" y="167436"/>
                </a:lnTo>
                <a:lnTo>
                  <a:pt x="3624262" y="152819"/>
                </a:lnTo>
                <a:lnTo>
                  <a:pt x="3623970" y="146189"/>
                </a:lnTo>
                <a:lnTo>
                  <a:pt x="3623957" y="139573"/>
                </a:lnTo>
                <a:lnTo>
                  <a:pt x="3623945" y="132956"/>
                </a:lnTo>
                <a:lnTo>
                  <a:pt x="3624300" y="126314"/>
                </a:lnTo>
                <a:close/>
              </a:path>
              <a:path extrusionOk="0" h="1192529" w="4036695">
                <a:moveTo>
                  <a:pt x="3717988" y="588251"/>
                </a:moveTo>
                <a:lnTo>
                  <a:pt x="3714496" y="578993"/>
                </a:lnTo>
                <a:lnTo>
                  <a:pt x="3662159" y="488276"/>
                </a:lnTo>
                <a:lnTo>
                  <a:pt x="3648824" y="465302"/>
                </a:lnTo>
                <a:lnTo>
                  <a:pt x="3642690" y="454736"/>
                </a:lnTo>
                <a:lnTo>
                  <a:pt x="3641801" y="450964"/>
                </a:lnTo>
                <a:lnTo>
                  <a:pt x="3645077" y="445249"/>
                </a:lnTo>
                <a:lnTo>
                  <a:pt x="3646944" y="439851"/>
                </a:lnTo>
                <a:lnTo>
                  <a:pt x="3650361" y="430022"/>
                </a:lnTo>
                <a:lnTo>
                  <a:pt x="3630104" y="391287"/>
                </a:lnTo>
                <a:lnTo>
                  <a:pt x="3625011" y="388429"/>
                </a:lnTo>
                <a:lnTo>
                  <a:pt x="3624402" y="386715"/>
                </a:lnTo>
                <a:lnTo>
                  <a:pt x="3624402" y="419747"/>
                </a:lnTo>
                <a:lnTo>
                  <a:pt x="3623259" y="433755"/>
                </a:lnTo>
                <a:lnTo>
                  <a:pt x="3616350" y="439851"/>
                </a:lnTo>
                <a:lnTo>
                  <a:pt x="3601986" y="437616"/>
                </a:lnTo>
                <a:lnTo>
                  <a:pt x="3597630" y="432955"/>
                </a:lnTo>
                <a:lnTo>
                  <a:pt x="3597541" y="418147"/>
                </a:lnTo>
                <a:lnTo>
                  <a:pt x="3604412" y="412127"/>
                </a:lnTo>
                <a:lnTo>
                  <a:pt x="3618471" y="412991"/>
                </a:lnTo>
                <a:lnTo>
                  <a:pt x="3624402" y="419747"/>
                </a:lnTo>
                <a:lnTo>
                  <a:pt x="3624402" y="386715"/>
                </a:lnTo>
                <a:lnTo>
                  <a:pt x="3623894" y="385279"/>
                </a:lnTo>
                <a:lnTo>
                  <a:pt x="3624021" y="359918"/>
                </a:lnTo>
                <a:lnTo>
                  <a:pt x="3623957" y="214807"/>
                </a:lnTo>
                <a:lnTo>
                  <a:pt x="3623741" y="205549"/>
                </a:lnTo>
                <a:lnTo>
                  <a:pt x="3618230" y="199529"/>
                </a:lnTo>
                <a:lnTo>
                  <a:pt x="3602761" y="199771"/>
                </a:lnTo>
                <a:lnTo>
                  <a:pt x="3597694" y="205752"/>
                </a:lnTo>
                <a:lnTo>
                  <a:pt x="3597389" y="214807"/>
                </a:lnTo>
                <a:lnTo>
                  <a:pt x="3597364" y="339394"/>
                </a:lnTo>
                <a:lnTo>
                  <a:pt x="3597491" y="384810"/>
                </a:lnTo>
                <a:lnTo>
                  <a:pt x="3596271" y="388632"/>
                </a:lnTo>
                <a:lnTo>
                  <a:pt x="3590150" y="392010"/>
                </a:lnTo>
                <a:lnTo>
                  <a:pt x="3580193" y="400062"/>
                </a:lnTo>
                <a:lnTo>
                  <a:pt x="3573678" y="410641"/>
                </a:lnTo>
                <a:lnTo>
                  <a:pt x="3570871" y="422694"/>
                </a:lnTo>
                <a:lnTo>
                  <a:pt x="3572052" y="435165"/>
                </a:lnTo>
                <a:lnTo>
                  <a:pt x="3577412" y="447522"/>
                </a:lnTo>
                <a:lnTo>
                  <a:pt x="3585870" y="457098"/>
                </a:lnTo>
                <a:lnTo>
                  <a:pt x="3596881" y="463257"/>
                </a:lnTo>
                <a:lnTo>
                  <a:pt x="3609873" y="465366"/>
                </a:lnTo>
                <a:lnTo>
                  <a:pt x="3616922" y="465366"/>
                </a:lnTo>
                <a:lnTo>
                  <a:pt x="3619906" y="468172"/>
                </a:lnTo>
                <a:lnTo>
                  <a:pt x="3638905" y="501319"/>
                </a:lnTo>
                <a:lnTo>
                  <a:pt x="3689083" y="588251"/>
                </a:lnTo>
                <a:lnTo>
                  <a:pt x="3691001" y="591883"/>
                </a:lnTo>
                <a:lnTo>
                  <a:pt x="3698316" y="599973"/>
                </a:lnTo>
                <a:lnTo>
                  <a:pt x="3704272" y="600786"/>
                </a:lnTo>
                <a:lnTo>
                  <a:pt x="3715740" y="593661"/>
                </a:lnTo>
                <a:lnTo>
                  <a:pt x="3717988" y="588251"/>
                </a:lnTo>
                <a:close/>
              </a:path>
              <a:path extrusionOk="0" h="1192529" w="4036695">
                <a:moveTo>
                  <a:pt x="3777157" y="693610"/>
                </a:moveTo>
                <a:lnTo>
                  <a:pt x="3776751" y="690003"/>
                </a:lnTo>
                <a:lnTo>
                  <a:pt x="3776929" y="688898"/>
                </a:lnTo>
                <a:lnTo>
                  <a:pt x="3764661" y="667105"/>
                </a:lnTo>
                <a:lnTo>
                  <a:pt x="3758527" y="656742"/>
                </a:lnTo>
                <a:lnTo>
                  <a:pt x="3751973" y="646658"/>
                </a:lnTo>
                <a:lnTo>
                  <a:pt x="3750068" y="643928"/>
                </a:lnTo>
                <a:lnTo>
                  <a:pt x="3740531" y="643470"/>
                </a:lnTo>
                <a:lnTo>
                  <a:pt x="3733406" y="648030"/>
                </a:lnTo>
                <a:lnTo>
                  <a:pt x="3730053" y="656450"/>
                </a:lnTo>
                <a:lnTo>
                  <a:pt x="3731628" y="659841"/>
                </a:lnTo>
                <a:lnTo>
                  <a:pt x="3756431" y="702246"/>
                </a:lnTo>
                <a:lnTo>
                  <a:pt x="3764242" y="703389"/>
                </a:lnTo>
                <a:lnTo>
                  <a:pt x="3772446" y="701243"/>
                </a:lnTo>
                <a:lnTo>
                  <a:pt x="3775138" y="695807"/>
                </a:lnTo>
                <a:lnTo>
                  <a:pt x="3777157" y="693610"/>
                </a:lnTo>
                <a:close/>
              </a:path>
              <a:path extrusionOk="0" h="1192529" w="4036695">
                <a:moveTo>
                  <a:pt x="3778085" y="158965"/>
                </a:moveTo>
                <a:lnTo>
                  <a:pt x="3774973" y="155689"/>
                </a:lnTo>
                <a:lnTo>
                  <a:pt x="3772166" y="150736"/>
                </a:lnTo>
                <a:lnTo>
                  <a:pt x="3761575" y="145745"/>
                </a:lnTo>
                <a:lnTo>
                  <a:pt x="3755504" y="148475"/>
                </a:lnTo>
                <a:lnTo>
                  <a:pt x="3737902" y="178777"/>
                </a:lnTo>
                <a:lnTo>
                  <a:pt x="3728669" y="195414"/>
                </a:lnTo>
                <a:lnTo>
                  <a:pt x="3730206" y="202679"/>
                </a:lnTo>
                <a:lnTo>
                  <a:pt x="3743985" y="210515"/>
                </a:lnTo>
                <a:lnTo>
                  <a:pt x="3751389" y="208191"/>
                </a:lnTo>
                <a:lnTo>
                  <a:pt x="3756291" y="200088"/>
                </a:lnTo>
                <a:lnTo>
                  <a:pt x="3765219" y="184962"/>
                </a:lnTo>
                <a:lnTo>
                  <a:pt x="3775392" y="167005"/>
                </a:lnTo>
                <a:lnTo>
                  <a:pt x="3776180" y="163906"/>
                </a:lnTo>
                <a:lnTo>
                  <a:pt x="3778085" y="158965"/>
                </a:lnTo>
                <a:close/>
              </a:path>
              <a:path extrusionOk="0" h="1192529" w="4036695">
                <a:moveTo>
                  <a:pt x="3825583" y="125437"/>
                </a:moveTo>
                <a:lnTo>
                  <a:pt x="3766566" y="87261"/>
                </a:lnTo>
                <a:lnTo>
                  <a:pt x="3717861" y="68694"/>
                </a:lnTo>
                <a:lnTo>
                  <a:pt x="3667823" y="57378"/>
                </a:lnTo>
                <a:lnTo>
                  <a:pt x="3616909" y="53200"/>
                </a:lnTo>
                <a:lnTo>
                  <a:pt x="3571595" y="55333"/>
                </a:lnTo>
                <a:lnTo>
                  <a:pt x="3528517" y="62001"/>
                </a:lnTo>
                <a:lnTo>
                  <a:pt x="3487458" y="73596"/>
                </a:lnTo>
                <a:lnTo>
                  <a:pt x="3448215" y="90538"/>
                </a:lnTo>
                <a:lnTo>
                  <a:pt x="3406076" y="115023"/>
                </a:lnTo>
                <a:lnTo>
                  <a:pt x="3368459" y="142811"/>
                </a:lnTo>
                <a:lnTo>
                  <a:pt x="3335426" y="173939"/>
                </a:lnTo>
                <a:lnTo>
                  <a:pt x="3307054" y="208407"/>
                </a:lnTo>
                <a:lnTo>
                  <a:pt x="3283394" y="246253"/>
                </a:lnTo>
                <a:lnTo>
                  <a:pt x="3264535" y="287464"/>
                </a:lnTo>
                <a:lnTo>
                  <a:pt x="3250514" y="332092"/>
                </a:lnTo>
                <a:lnTo>
                  <a:pt x="3241433" y="380123"/>
                </a:lnTo>
                <a:lnTo>
                  <a:pt x="3238131" y="434619"/>
                </a:lnTo>
                <a:lnTo>
                  <a:pt x="3242780" y="487349"/>
                </a:lnTo>
                <a:lnTo>
                  <a:pt x="3255187" y="538302"/>
                </a:lnTo>
                <a:lnTo>
                  <a:pt x="3275152" y="587451"/>
                </a:lnTo>
                <a:lnTo>
                  <a:pt x="3302482" y="634758"/>
                </a:lnTo>
                <a:lnTo>
                  <a:pt x="3338093" y="679881"/>
                </a:lnTo>
                <a:lnTo>
                  <a:pt x="3345675" y="680186"/>
                </a:lnTo>
                <a:lnTo>
                  <a:pt x="3357194" y="670102"/>
                </a:lnTo>
                <a:lnTo>
                  <a:pt x="3357486" y="662749"/>
                </a:lnTo>
                <a:lnTo>
                  <a:pt x="3350234" y="653034"/>
                </a:lnTo>
                <a:lnTo>
                  <a:pt x="3346056" y="648258"/>
                </a:lnTo>
                <a:lnTo>
                  <a:pt x="3318116" y="610209"/>
                </a:lnTo>
                <a:lnTo>
                  <a:pt x="3295954" y="569925"/>
                </a:lnTo>
                <a:lnTo>
                  <a:pt x="3279686" y="527418"/>
                </a:lnTo>
                <a:lnTo>
                  <a:pt x="3269399" y="482727"/>
                </a:lnTo>
                <a:lnTo>
                  <a:pt x="3265195" y="435838"/>
                </a:lnTo>
                <a:lnTo>
                  <a:pt x="3267240" y="385025"/>
                </a:lnTo>
                <a:lnTo>
                  <a:pt x="3275825" y="336791"/>
                </a:lnTo>
                <a:lnTo>
                  <a:pt x="3291001" y="291261"/>
                </a:lnTo>
                <a:lnTo>
                  <a:pt x="3312795" y="248577"/>
                </a:lnTo>
                <a:lnTo>
                  <a:pt x="3341255" y="208864"/>
                </a:lnTo>
                <a:lnTo>
                  <a:pt x="3376434" y="172237"/>
                </a:lnTo>
                <a:lnTo>
                  <a:pt x="3418103" y="139014"/>
                </a:lnTo>
                <a:lnTo>
                  <a:pt x="3461715" y="113233"/>
                </a:lnTo>
                <a:lnTo>
                  <a:pt x="3507206" y="94818"/>
                </a:lnTo>
                <a:lnTo>
                  <a:pt x="3554514" y="83705"/>
                </a:lnTo>
                <a:lnTo>
                  <a:pt x="3603548" y="79832"/>
                </a:lnTo>
                <a:lnTo>
                  <a:pt x="3654272" y="83108"/>
                </a:lnTo>
                <a:lnTo>
                  <a:pt x="3706596" y="93484"/>
                </a:lnTo>
                <a:lnTo>
                  <a:pt x="3754717" y="110909"/>
                </a:lnTo>
                <a:lnTo>
                  <a:pt x="3799497" y="135940"/>
                </a:lnTo>
                <a:lnTo>
                  <a:pt x="3806685" y="139369"/>
                </a:lnTo>
                <a:lnTo>
                  <a:pt x="3813010" y="139903"/>
                </a:lnTo>
                <a:lnTo>
                  <a:pt x="3818229" y="137617"/>
                </a:lnTo>
                <a:lnTo>
                  <a:pt x="3822090" y="132613"/>
                </a:lnTo>
                <a:lnTo>
                  <a:pt x="3825583" y="125437"/>
                </a:lnTo>
                <a:close/>
              </a:path>
              <a:path extrusionOk="0" h="1192529" w="4036695">
                <a:moveTo>
                  <a:pt x="3887927" y="270230"/>
                </a:moveTo>
                <a:lnTo>
                  <a:pt x="3883850" y="259410"/>
                </a:lnTo>
                <a:lnTo>
                  <a:pt x="3876814" y="257543"/>
                </a:lnTo>
                <a:lnTo>
                  <a:pt x="3861244" y="265747"/>
                </a:lnTo>
                <a:lnTo>
                  <a:pt x="3828224" y="292455"/>
                </a:lnTo>
                <a:lnTo>
                  <a:pt x="3830282" y="300850"/>
                </a:lnTo>
                <a:lnTo>
                  <a:pt x="3835768" y="303911"/>
                </a:lnTo>
                <a:lnTo>
                  <a:pt x="3838079" y="306235"/>
                </a:lnTo>
                <a:lnTo>
                  <a:pt x="3841788" y="305841"/>
                </a:lnTo>
                <a:lnTo>
                  <a:pt x="3842893" y="306031"/>
                </a:lnTo>
                <a:lnTo>
                  <a:pt x="3864686" y="293738"/>
                </a:lnTo>
                <a:lnTo>
                  <a:pt x="3875062" y="287591"/>
                </a:lnTo>
                <a:lnTo>
                  <a:pt x="3885133" y="281012"/>
                </a:lnTo>
                <a:lnTo>
                  <a:pt x="3887889" y="279095"/>
                </a:lnTo>
                <a:lnTo>
                  <a:pt x="3887927" y="270230"/>
                </a:lnTo>
                <a:close/>
              </a:path>
              <a:path extrusionOk="0" h="1192529" w="4036695">
                <a:moveTo>
                  <a:pt x="3890657" y="578281"/>
                </a:moveTo>
                <a:lnTo>
                  <a:pt x="3846347" y="546633"/>
                </a:lnTo>
                <a:lnTo>
                  <a:pt x="3843540" y="545973"/>
                </a:lnTo>
                <a:lnTo>
                  <a:pt x="3838892" y="544245"/>
                </a:lnTo>
                <a:lnTo>
                  <a:pt x="3835654" y="547585"/>
                </a:lnTo>
                <a:lnTo>
                  <a:pt x="3831018" y="550621"/>
                </a:lnTo>
                <a:lnTo>
                  <a:pt x="3825964" y="561060"/>
                </a:lnTo>
                <a:lnTo>
                  <a:pt x="3828910" y="566762"/>
                </a:lnTo>
                <a:lnTo>
                  <a:pt x="3843020" y="575259"/>
                </a:lnTo>
                <a:lnTo>
                  <a:pt x="3859847" y="585038"/>
                </a:lnTo>
                <a:lnTo>
                  <a:pt x="3876103" y="593928"/>
                </a:lnTo>
                <a:lnTo>
                  <a:pt x="3883761" y="591616"/>
                </a:lnTo>
                <a:lnTo>
                  <a:pt x="3890657" y="578281"/>
                </a:lnTo>
                <a:close/>
              </a:path>
              <a:path extrusionOk="0" h="1192529" w="4036695">
                <a:moveTo>
                  <a:pt x="3891877" y="181584"/>
                </a:moveTo>
                <a:lnTo>
                  <a:pt x="3856380" y="145986"/>
                </a:lnTo>
                <a:lnTo>
                  <a:pt x="3853002" y="145288"/>
                </a:lnTo>
                <a:lnTo>
                  <a:pt x="3848570" y="143243"/>
                </a:lnTo>
                <a:lnTo>
                  <a:pt x="3845128" y="146392"/>
                </a:lnTo>
                <a:lnTo>
                  <a:pt x="3839743" y="149047"/>
                </a:lnTo>
                <a:lnTo>
                  <a:pt x="3837381" y="157213"/>
                </a:lnTo>
                <a:lnTo>
                  <a:pt x="3873106" y="198970"/>
                </a:lnTo>
                <a:lnTo>
                  <a:pt x="3879862" y="199390"/>
                </a:lnTo>
                <a:lnTo>
                  <a:pt x="3891419" y="188302"/>
                </a:lnTo>
                <a:lnTo>
                  <a:pt x="3891877" y="181584"/>
                </a:lnTo>
                <a:close/>
              </a:path>
              <a:path extrusionOk="0" h="1192529" w="4036695">
                <a:moveTo>
                  <a:pt x="3929773" y="433768"/>
                </a:moveTo>
                <a:lnTo>
                  <a:pt x="3929672" y="417525"/>
                </a:lnTo>
                <a:lnTo>
                  <a:pt x="3924503" y="413016"/>
                </a:lnTo>
                <a:lnTo>
                  <a:pt x="3910190" y="412153"/>
                </a:lnTo>
                <a:lnTo>
                  <a:pt x="3903878" y="412457"/>
                </a:lnTo>
                <a:lnTo>
                  <a:pt x="3897579" y="412457"/>
                </a:lnTo>
                <a:lnTo>
                  <a:pt x="3890645" y="412457"/>
                </a:lnTo>
                <a:lnTo>
                  <a:pt x="3883698" y="412127"/>
                </a:lnTo>
                <a:lnTo>
                  <a:pt x="3868775" y="413054"/>
                </a:lnTo>
                <a:lnTo>
                  <a:pt x="3863657" y="417677"/>
                </a:lnTo>
                <a:lnTo>
                  <a:pt x="3863771" y="433946"/>
                </a:lnTo>
                <a:lnTo>
                  <a:pt x="3868966" y="438670"/>
                </a:lnTo>
                <a:lnTo>
                  <a:pt x="3886873" y="439140"/>
                </a:lnTo>
                <a:lnTo>
                  <a:pt x="3896804" y="439216"/>
                </a:lnTo>
                <a:lnTo>
                  <a:pt x="3906723" y="439140"/>
                </a:lnTo>
                <a:lnTo>
                  <a:pt x="3924643" y="438619"/>
                </a:lnTo>
                <a:lnTo>
                  <a:pt x="3929773" y="433768"/>
                </a:lnTo>
                <a:close/>
              </a:path>
              <a:path extrusionOk="0" h="1192529" w="4036695">
                <a:moveTo>
                  <a:pt x="3983202" y="425069"/>
                </a:moveTo>
                <a:lnTo>
                  <a:pt x="3979507" y="372656"/>
                </a:lnTo>
                <a:lnTo>
                  <a:pt x="3968496" y="321792"/>
                </a:lnTo>
                <a:lnTo>
                  <a:pt x="3950233" y="272656"/>
                </a:lnTo>
                <a:lnTo>
                  <a:pt x="3924757" y="225450"/>
                </a:lnTo>
                <a:lnTo>
                  <a:pt x="3907993" y="212864"/>
                </a:lnTo>
                <a:lnTo>
                  <a:pt x="3902240" y="215176"/>
                </a:lnTo>
                <a:lnTo>
                  <a:pt x="3897896" y="219468"/>
                </a:lnTo>
                <a:lnTo>
                  <a:pt x="3896525" y="224878"/>
                </a:lnTo>
                <a:lnTo>
                  <a:pt x="3898036" y="231648"/>
                </a:lnTo>
                <a:lnTo>
                  <a:pt x="3902405" y="240042"/>
                </a:lnTo>
                <a:lnTo>
                  <a:pt x="3926230" y="284416"/>
                </a:lnTo>
                <a:lnTo>
                  <a:pt x="3943324" y="329806"/>
                </a:lnTo>
                <a:lnTo>
                  <a:pt x="3953611" y="376186"/>
                </a:lnTo>
                <a:lnTo>
                  <a:pt x="3957015" y="423506"/>
                </a:lnTo>
                <a:lnTo>
                  <a:pt x="3953446" y="471728"/>
                </a:lnTo>
                <a:lnTo>
                  <a:pt x="3942854" y="520814"/>
                </a:lnTo>
                <a:lnTo>
                  <a:pt x="3925544" y="568248"/>
                </a:lnTo>
                <a:lnTo>
                  <a:pt x="3902113" y="611797"/>
                </a:lnTo>
                <a:lnTo>
                  <a:pt x="3873119" y="651027"/>
                </a:lnTo>
                <a:lnTo>
                  <a:pt x="3839184" y="685507"/>
                </a:lnTo>
                <a:lnTo>
                  <a:pt x="3800881" y="714794"/>
                </a:lnTo>
                <a:lnTo>
                  <a:pt x="3758793" y="738466"/>
                </a:lnTo>
                <a:lnTo>
                  <a:pt x="3713530" y="756094"/>
                </a:lnTo>
                <a:lnTo>
                  <a:pt x="3665664" y="767232"/>
                </a:lnTo>
                <a:lnTo>
                  <a:pt x="3615791" y="771436"/>
                </a:lnTo>
                <a:lnTo>
                  <a:pt x="3568763" y="769010"/>
                </a:lnTo>
                <a:lnTo>
                  <a:pt x="3523640" y="760615"/>
                </a:lnTo>
                <a:lnTo>
                  <a:pt x="3480460" y="746264"/>
                </a:lnTo>
                <a:lnTo>
                  <a:pt x="3439236" y="725995"/>
                </a:lnTo>
                <a:lnTo>
                  <a:pt x="3399967" y="699858"/>
                </a:lnTo>
                <a:lnTo>
                  <a:pt x="3394964" y="695960"/>
                </a:lnTo>
                <a:lnTo>
                  <a:pt x="3385782" y="690054"/>
                </a:lnTo>
                <a:lnTo>
                  <a:pt x="3379482" y="690537"/>
                </a:lnTo>
                <a:lnTo>
                  <a:pt x="3369106" y="703021"/>
                </a:lnTo>
                <a:lnTo>
                  <a:pt x="3370402" y="709447"/>
                </a:lnTo>
                <a:lnTo>
                  <a:pt x="3422713" y="747039"/>
                </a:lnTo>
                <a:lnTo>
                  <a:pt x="3463823" y="768159"/>
                </a:lnTo>
                <a:lnTo>
                  <a:pt x="3506190" y="783780"/>
                </a:lnTo>
                <a:lnTo>
                  <a:pt x="3549802" y="793838"/>
                </a:lnTo>
                <a:lnTo>
                  <a:pt x="3594646" y="798258"/>
                </a:lnTo>
                <a:lnTo>
                  <a:pt x="3640683" y="797001"/>
                </a:lnTo>
                <a:lnTo>
                  <a:pt x="3687915" y="789990"/>
                </a:lnTo>
                <a:lnTo>
                  <a:pt x="3733762" y="777405"/>
                </a:lnTo>
                <a:lnTo>
                  <a:pt x="3776776" y="759447"/>
                </a:lnTo>
                <a:lnTo>
                  <a:pt x="3816654" y="736523"/>
                </a:lnTo>
                <a:lnTo>
                  <a:pt x="3853040" y="709066"/>
                </a:lnTo>
                <a:lnTo>
                  <a:pt x="3885641" y="677494"/>
                </a:lnTo>
                <a:lnTo>
                  <a:pt x="3914114" y="642226"/>
                </a:lnTo>
                <a:lnTo>
                  <a:pt x="3938130" y="603669"/>
                </a:lnTo>
                <a:lnTo>
                  <a:pt x="3957370" y="562254"/>
                </a:lnTo>
                <a:lnTo>
                  <a:pt x="3971518" y="518401"/>
                </a:lnTo>
                <a:lnTo>
                  <a:pt x="3980243" y="472528"/>
                </a:lnTo>
                <a:lnTo>
                  <a:pt x="3983202" y="425069"/>
                </a:lnTo>
                <a:close/>
              </a:path>
              <a:path extrusionOk="0" h="1192529" w="4036695">
                <a:moveTo>
                  <a:pt x="4036428" y="426300"/>
                </a:moveTo>
                <a:lnTo>
                  <a:pt x="4033977" y="379806"/>
                </a:lnTo>
                <a:lnTo>
                  <a:pt x="4026712" y="334873"/>
                </a:lnTo>
                <a:lnTo>
                  <a:pt x="4014813" y="291338"/>
                </a:lnTo>
                <a:lnTo>
                  <a:pt x="4009758" y="278447"/>
                </a:lnTo>
                <a:lnTo>
                  <a:pt x="4009758" y="426300"/>
                </a:lnTo>
                <a:lnTo>
                  <a:pt x="4006989" y="472846"/>
                </a:lnTo>
                <a:lnTo>
                  <a:pt x="3999052" y="517791"/>
                </a:lnTo>
                <a:lnTo>
                  <a:pt x="3986263" y="560870"/>
                </a:lnTo>
                <a:lnTo>
                  <a:pt x="3968915" y="601751"/>
                </a:lnTo>
                <a:lnTo>
                  <a:pt x="3947287" y="640156"/>
                </a:lnTo>
                <a:lnTo>
                  <a:pt x="3921709" y="675779"/>
                </a:lnTo>
                <a:lnTo>
                  <a:pt x="3892473" y="708317"/>
                </a:lnTo>
                <a:lnTo>
                  <a:pt x="3859860" y="737489"/>
                </a:lnTo>
                <a:lnTo>
                  <a:pt x="3824186" y="762977"/>
                </a:lnTo>
                <a:lnTo>
                  <a:pt x="3785755" y="784491"/>
                </a:lnTo>
                <a:lnTo>
                  <a:pt x="3744849" y="801738"/>
                </a:lnTo>
                <a:lnTo>
                  <a:pt x="3701783" y="814400"/>
                </a:lnTo>
                <a:lnTo>
                  <a:pt x="3656838" y="822198"/>
                </a:lnTo>
                <a:lnTo>
                  <a:pt x="3610343" y="824826"/>
                </a:lnTo>
                <a:lnTo>
                  <a:pt x="3563810" y="822083"/>
                </a:lnTo>
                <a:lnTo>
                  <a:pt x="3518865" y="814184"/>
                </a:lnTo>
                <a:lnTo>
                  <a:pt x="3475799" y="801420"/>
                </a:lnTo>
                <a:lnTo>
                  <a:pt x="3434918" y="784098"/>
                </a:lnTo>
                <a:lnTo>
                  <a:pt x="3396513" y="762495"/>
                </a:lnTo>
                <a:lnTo>
                  <a:pt x="3360877" y="736942"/>
                </a:lnTo>
                <a:lnTo>
                  <a:pt x="3328314" y="707720"/>
                </a:lnTo>
                <a:lnTo>
                  <a:pt x="3299129" y="675119"/>
                </a:lnTo>
                <a:lnTo>
                  <a:pt x="3273615" y="639470"/>
                </a:lnTo>
                <a:lnTo>
                  <a:pt x="3252076" y="601040"/>
                </a:lnTo>
                <a:lnTo>
                  <a:pt x="3234804" y="560133"/>
                </a:lnTo>
                <a:lnTo>
                  <a:pt x="3222104" y="517067"/>
                </a:lnTo>
                <a:lnTo>
                  <a:pt x="3214268" y="472135"/>
                </a:lnTo>
                <a:lnTo>
                  <a:pt x="3211614" y="425627"/>
                </a:lnTo>
                <a:lnTo>
                  <a:pt x="3214319" y="379031"/>
                </a:lnTo>
                <a:lnTo>
                  <a:pt x="3222218" y="334010"/>
                </a:lnTo>
                <a:lnTo>
                  <a:pt x="3234994" y="290868"/>
                </a:lnTo>
                <a:lnTo>
                  <a:pt x="3252368" y="249910"/>
                </a:lnTo>
                <a:lnTo>
                  <a:pt x="3274009" y="211429"/>
                </a:lnTo>
                <a:lnTo>
                  <a:pt x="3299625" y="175742"/>
                </a:lnTo>
                <a:lnTo>
                  <a:pt x="3328924" y="143129"/>
                </a:lnTo>
                <a:lnTo>
                  <a:pt x="3361588" y="113919"/>
                </a:lnTo>
                <a:lnTo>
                  <a:pt x="3397326" y="88392"/>
                </a:lnTo>
                <a:lnTo>
                  <a:pt x="3435832" y="66852"/>
                </a:lnTo>
                <a:lnTo>
                  <a:pt x="3476815" y="49606"/>
                </a:lnTo>
                <a:lnTo>
                  <a:pt x="3519944" y="36957"/>
                </a:lnTo>
                <a:lnTo>
                  <a:pt x="3564940" y="29210"/>
                </a:lnTo>
                <a:lnTo>
                  <a:pt x="3611499" y="26657"/>
                </a:lnTo>
                <a:lnTo>
                  <a:pt x="3658057" y="29476"/>
                </a:lnTo>
                <a:lnTo>
                  <a:pt x="3703028" y="37439"/>
                </a:lnTo>
                <a:lnTo>
                  <a:pt x="3746093" y="50266"/>
                </a:lnTo>
                <a:lnTo>
                  <a:pt x="3786975" y="67652"/>
                </a:lnTo>
                <a:lnTo>
                  <a:pt x="3825367" y="89293"/>
                </a:lnTo>
                <a:lnTo>
                  <a:pt x="3860977" y="114896"/>
                </a:lnTo>
                <a:lnTo>
                  <a:pt x="3893489" y="144145"/>
                </a:lnTo>
                <a:lnTo>
                  <a:pt x="3922636" y="176771"/>
                </a:lnTo>
                <a:lnTo>
                  <a:pt x="3948099" y="212445"/>
                </a:lnTo>
                <a:lnTo>
                  <a:pt x="3969575" y="250888"/>
                </a:lnTo>
                <a:lnTo>
                  <a:pt x="3986784" y="291795"/>
                </a:lnTo>
                <a:lnTo>
                  <a:pt x="3999407" y="334873"/>
                </a:lnTo>
                <a:lnTo>
                  <a:pt x="4007167" y="379806"/>
                </a:lnTo>
                <a:lnTo>
                  <a:pt x="4009758" y="426300"/>
                </a:lnTo>
                <a:lnTo>
                  <a:pt x="4009758" y="278447"/>
                </a:lnTo>
                <a:lnTo>
                  <a:pt x="3978389" y="210883"/>
                </a:lnTo>
                <a:lnTo>
                  <a:pt x="3954399" y="174307"/>
                </a:lnTo>
                <a:lnTo>
                  <a:pt x="3926852" y="140462"/>
                </a:lnTo>
                <a:lnTo>
                  <a:pt x="3896029" y="109639"/>
                </a:lnTo>
                <a:lnTo>
                  <a:pt x="3862197" y="82080"/>
                </a:lnTo>
                <a:lnTo>
                  <a:pt x="3825608" y="58064"/>
                </a:lnTo>
                <a:lnTo>
                  <a:pt x="3786517" y="37820"/>
                </a:lnTo>
                <a:lnTo>
                  <a:pt x="3757980" y="26657"/>
                </a:lnTo>
                <a:lnTo>
                  <a:pt x="3745192" y="21640"/>
                </a:lnTo>
                <a:lnTo>
                  <a:pt x="3701897" y="9779"/>
                </a:lnTo>
                <a:lnTo>
                  <a:pt x="3656876" y="2463"/>
                </a:lnTo>
                <a:lnTo>
                  <a:pt x="3610394" y="0"/>
                </a:lnTo>
                <a:lnTo>
                  <a:pt x="3564001" y="2514"/>
                </a:lnTo>
                <a:lnTo>
                  <a:pt x="3519068" y="9842"/>
                </a:lnTo>
                <a:lnTo>
                  <a:pt x="3475850" y="21742"/>
                </a:lnTo>
                <a:lnTo>
                  <a:pt x="3434600" y="37934"/>
                </a:lnTo>
                <a:lnTo>
                  <a:pt x="3395573" y="58166"/>
                </a:lnTo>
                <a:lnTo>
                  <a:pt x="3359048" y="82181"/>
                </a:lnTo>
                <a:lnTo>
                  <a:pt x="3325266" y="109715"/>
                </a:lnTo>
                <a:lnTo>
                  <a:pt x="3294481" y="140525"/>
                </a:lnTo>
                <a:lnTo>
                  <a:pt x="3266973" y="174320"/>
                </a:lnTo>
                <a:lnTo>
                  <a:pt x="3242970" y="210908"/>
                </a:lnTo>
                <a:lnTo>
                  <a:pt x="3222739" y="249999"/>
                </a:lnTo>
                <a:lnTo>
                  <a:pt x="3206610" y="291185"/>
                </a:lnTo>
                <a:lnTo>
                  <a:pt x="3194735" y="334429"/>
                </a:lnTo>
                <a:lnTo>
                  <a:pt x="3187484" y="379031"/>
                </a:lnTo>
                <a:lnTo>
                  <a:pt x="3184944" y="425627"/>
                </a:lnTo>
                <a:lnTo>
                  <a:pt x="3184969" y="426300"/>
                </a:lnTo>
                <a:lnTo>
                  <a:pt x="3187433" y="472135"/>
                </a:lnTo>
                <a:lnTo>
                  <a:pt x="3194748" y="517067"/>
                </a:lnTo>
                <a:lnTo>
                  <a:pt x="3206623" y="560336"/>
                </a:lnTo>
                <a:lnTo>
                  <a:pt x="3222802" y="601599"/>
                </a:lnTo>
                <a:lnTo>
                  <a:pt x="3243021" y="640626"/>
                </a:lnTo>
                <a:lnTo>
                  <a:pt x="3267011" y="677176"/>
                </a:lnTo>
                <a:lnTo>
                  <a:pt x="3294545" y="710984"/>
                </a:lnTo>
                <a:lnTo>
                  <a:pt x="3325330" y="741781"/>
                </a:lnTo>
                <a:lnTo>
                  <a:pt x="3359124" y="769315"/>
                </a:lnTo>
                <a:lnTo>
                  <a:pt x="3395662" y="793318"/>
                </a:lnTo>
                <a:lnTo>
                  <a:pt x="3434689" y="813549"/>
                </a:lnTo>
                <a:lnTo>
                  <a:pt x="3475939" y="829741"/>
                </a:lnTo>
                <a:lnTo>
                  <a:pt x="3519157" y="841641"/>
                </a:lnTo>
                <a:lnTo>
                  <a:pt x="3564102" y="848969"/>
                </a:lnTo>
                <a:lnTo>
                  <a:pt x="3610483" y="851484"/>
                </a:lnTo>
                <a:lnTo>
                  <a:pt x="3656876" y="849007"/>
                </a:lnTo>
                <a:lnTo>
                  <a:pt x="3701834" y="841717"/>
                </a:lnTo>
                <a:lnTo>
                  <a:pt x="3745077" y="829856"/>
                </a:lnTo>
                <a:lnTo>
                  <a:pt x="3786352" y="813701"/>
                </a:lnTo>
                <a:lnTo>
                  <a:pt x="3825392" y="793508"/>
                </a:lnTo>
                <a:lnTo>
                  <a:pt x="3861968" y="769518"/>
                </a:lnTo>
                <a:lnTo>
                  <a:pt x="3895788" y="742010"/>
                </a:lnTo>
                <a:lnTo>
                  <a:pt x="3926598" y="711238"/>
                </a:lnTo>
                <a:lnTo>
                  <a:pt x="3954157" y="677456"/>
                </a:lnTo>
                <a:lnTo>
                  <a:pt x="3978186" y="640930"/>
                </a:lnTo>
                <a:lnTo>
                  <a:pt x="3998430" y="601916"/>
                </a:lnTo>
                <a:lnTo>
                  <a:pt x="4014647" y="560666"/>
                </a:lnTo>
                <a:lnTo>
                  <a:pt x="4026547" y="517448"/>
                </a:lnTo>
                <a:lnTo>
                  <a:pt x="4033850" y="472846"/>
                </a:lnTo>
                <a:lnTo>
                  <a:pt x="4033926" y="472135"/>
                </a:lnTo>
                <a:lnTo>
                  <a:pt x="4036428" y="426300"/>
                </a:lnTo>
                <a:close/>
              </a:path>
            </a:pathLst>
          </a:custGeom>
          <a:solidFill>
            <a:srgbClr val="FFFFFF">
              <a:alpha val="25098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5784351" y="9323398"/>
            <a:ext cx="799465" cy="799465"/>
          </a:xfrm>
          <a:custGeom>
            <a:rect b="b" l="l" r="r" t="t"/>
            <a:pathLst>
              <a:path extrusionOk="0" h="799465" w="799465">
                <a:moveTo>
                  <a:pt x="667242" y="0"/>
                </a:moveTo>
                <a:lnTo>
                  <a:pt x="630060" y="11997"/>
                </a:lnTo>
                <a:lnTo>
                  <a:pt x="461728" y="178905"/>
                </a:lnTo>
                <a:lnTo>
                  <a:pt x="56329" y="584620"/>
                </a:lnTo>
                <a:lnTo>
                  <a:pt x="37970" y="644405"/>
                </a:lnTo>
                <a:lnTo>
                  <a:pt x="25902" y="688430"/>
                </a:lnTo>
                <a:lnTo>
                  <a:pt x="13137" y="735253"/>
                </a:lnTo>
                <a:lnTo>
                  <a:pt x="592" y="781368"/>
                </a:lnTo>
                <a:lnTo>
                  <a:pt x="0" y="789929"/>
                </a:lnTo>
                <a:lnTo>
                  <a:pt x="3019" y="796092"/>
                </a:lnTo>
                <a:lnTo>
                  <a:pt x="9050" y="799225"/>
                </a:lnTo>
                <a:lnTo>
                  <a:pt x="17492" y="798698"/>
                </a:lnTo>
                <a:lnTo>
                  <a:pt x="124552" y="769557"/>
                </a:lnTo>
                <a:lnTo>
                  <a:pt x="29733" y="769557"/>
                </a:lnTo>
                <a:lnTo>
                  <a:pt x="46507" y="708156"/>
                </a:lnTo>
                <a:lnTo>
                  <a:pt x="90858" y="708156"/>
                </a:lnTo>
                <a:lnTo>
                  <a:pt x="76042" y="695632"/>
                </a:lnTo>
                <a:lnTo>
                  <a:pt x="58800" y="685308"/>
                </a:lnTo>
                <a:lnTo>
                  <a:pt x="56811" y="684324"/>
                </a:lnTo>
                <a:lnTo>
                  <a:pt x="54371" y="680659"/>
                </a:lnTo>
                <a:lnTo>
                  <a:pt x="59369" y="661341"/>
                </a:lnTo>
                <a:lnTo>
                  <a:pt x="63971" y="644058"/>
                </a:lnTo>
                <a:lnTo>
                  <a:pt x="73522" y="608819"/>
                </a:lnTo>
                <a:lnTo>
                  <a:pt x="155396" y="608819"/>
                </a:lnTo>
                <a:lnTo>
                  <a:pt x="166553" y="597636"/>
                </a:lnTo>
                <a:lnTo>
                  <a:pt x="128253" y="597636"/>
                </a:lnTo>
                <a:lnTo>
                  <a:pt x="119374" y="594536"/>
                </a:lnTo>
                <a:lnTo>
                  <a:pt x="112403" y="592394"/>
                </a:lnTo>
                <a:lnTo>
                  <a:pt x="105375" y="590643"/>
                </a:lnTo>
                <a:lnTo>
                  <a:pt x="91721" y="587542"/>
                </a:lnTo>
                <a:lnTo>
                  <a:pt x="544387" y="134990"/>
                </a:lnTo>
                <a:lnTo>
                  <a:pt x="583096" y="134990"/>
                </a:lnTo>
                <a:lnTo>
                  <a:pt x="562146" y="114038"/>
                </a:lnTo>
                <a:lnTo>
                  <a:pt x="577643" y="99075"/>
                </a:lnTo>
                <a:lnTo>
                  <a:pt x="617583" y="99075"/>
                </a:lnTo>
                <a:lnTo>
                  <a:pt x="597988" y="79474"/>
                </a:lnTo>
                <a:lnTo>
                  <a:pt x="620393" y="56173"/>
                </a:lnTo>
                <a:lnTo>
                  <a:pt x="631902" y="44538"/>
                </a:lnTo>
                <a:lnTo>
                  <a:pt x="643850" y="33297"/>
                </a:lnTo>
                <a:lnTo>
                  <a:pt x="655029" y="26832"/>
                </a:lnTo>
                <a:lnTo>
                  <a:pt x="667721" y="25052"/>
                </a:lnTo>
                <a:lnTo>
                  <a:pt x="717301" y="25052"/>
                </a:lnTo>
                <a:lnTo>
                  <a:pt x="711450" y="19214"/>
                </a:lnTo>
                <a:lnTo>
                  <a:pt x="701694" y="11056"/>
                </a:lnTo>
                <a:lnTo>
                  <a:pt x="691031" y="5173"/>
                </a:lnTo>
                <a:lnTo>
                  <a:pt x="679526" y="1507"/>
                </a:lnTo>
                <a:lnTo>
                  <a:pt x="667242" y="0"/>
                </a:lnTo>
                <a:close/>
              </a:path>
              <a:path extrusionOk="0" h="799465" w="799465">
                <a:moveTo>
                  <a:pt x="90858" y="708156"/>
                </a:moveTo>
                <a:lnTo>
                  <a:pt x="46507" y="708156"/>
                </a:lnTo>
                <a:lnTo>
                  <a:pt x="60965" y="715838"/>
                </a:lnTo>
                <a:lnTo>
                  <a:pt x="73060" y="725767"/>
                </a:lnTo>
                <a:lnTo>
                  <a:pt x="83088" y="737987"/>
                </a:lnTo>
                <a:lnTo>
                  <a:pt x="91344" y="752542"/>
                </a:lnTo>
                <a:lnTo>
                  <a:pt x="29733" y="769557"/>
                </a:lnTo>
                <a:lnTo>
                  <a:pt x="124552" y="769557"/>
                </a:lnTo>
                <a:lnTo>
                  <a:pt x="208827" y="746417"/>
                </a:lnTo>
                <a:lnTo>
                  <a:pt x="211703" y="744867"/>
                </a:lnTo>
                <a:lnTo>
                  <a:pt x="118536" y="744867"/>
                </a:lnTo>
                <a:lnTo>
                  <a:pt x="114851" y="742417"/>
                </a:lnTo>
                <a:lnTo>
                  <a:pt x="113866" y="740417"/>
                </a:lnTo>
                <a:lnTo>
                  <a:pt x="103563" y="723161"/>
                </a:lnTo>
                <a:lnTo>
                  <a:pt x="90959" y="708241"/>
                </a:lnTo>
                <a:close/>
              </a:path>
              <a:path extrusionOk="0" h="799465" w="799465">
                <a:moveTo>
                  <a:pt x="204137" y="676450"/>
                </a:moveTo>
                <a:lnTo>
                  <a:pt x="176126" y="676450"/>
                </a:lnTo>
                <a:lnTo>
                  <a:pt x="178807" y="677906"/>
                </a:lnTo>
                <a:lnTo>
                  <a:pt x="180022" y="683487"/>
                </a:lnTo>
                <a:lnTo>
                  <a:pt x="182397" y="693881"/>
                </a:lnTo>
                <a:lnTo>
                  <a:pt x="184956" y="704316"/>
                </a:lnTo>
                <a:lnTo>
                  <a:pt x="190346" y="725695"/>
                </a:lnTo>
                <a:lnTo>
                  <a:pt x="118536" y="744867"/>
                </a:lnTo>
                <a:lnTo>
                  <a:pt x="211703" y="744867"/>
                </a:lnTo>
                <a:lnTo>
                  <a:pt x="213685" y="743799"/>
                </a:lnTo>
                <a:lnTo>
                  <a:pt x="231936" y="725695"/>
                </a:lnTo>
                <a:lnTo>
                  <a:pt x="249714" y="708020"/>
                </a:lnTo>
                <a:lnTo>
                  <a:pt x="211769" y="708020"/>
                </a:lnTo>
                <a:lnTo>
                  <a:pt x="207197" y="690053"/>
                </a:lnTo>
                <a:lnTo>
                  <a:pt x="204980" y="680659"/>
                </a:lnTo>
                <a:lnTo>
                  <a:pt x="204137" y="676450"/>
                </a:lnTo>
                <a:close/>
              </a:path>
              <a:path extrusionOk="0" h="799465" w="799465">
                <a:moveTo>
                  <a:pt x="677054" y="228956"/>
                </a:moveTo>
                <a:lnTo>
                  <a:pt x="637180" y="228956"/>
                </a:lnTo>
                <a:lnTo>
                  <a:pt x="664331" y="255531"/>
                </a:lnTo>
                <a:lnTo>
                  <a:pt x="211769" y="708020"/>
                </a:lnTo>
                <a:lnTo>
                  <a:pt x="249714" y="708020"/>
                </a:lnTo>
                <a:lnTo>
                  <a:pt x="285933" y="671843"/>
                </a:lnTo>
                <a:lnTo>
                  <a:pt x="721432" y="236411"/>
                </a:lnTo>
                <a:lnTo>
                  <a:pt x="684509" y="236411"/>
                </a:lnTo>
                <a:lnTo>
                  <a:pt x="677054" y="228956"/>
                </a:lnTo>
                <a:close/>
              </a:path>
              <a:path extrusionOk="0" h="799465" w="799465">
                <a:moveTo>
                  <a:pt x="155396" y="608819"/>
                </a:moveTo>
                <a:lnTo>
                  <a:pt x="73522" y="608819"/>
                </a:lnTo>
                <a:lnTo>
                  <a:pt x="107309" y="617213"/>
                </a:lnTo>
                <a:lnTo>
                  <a:pt x="118233" y="620190"/>
                </a:lnTo>
                <a:lnTo>
                  <a:pt x="122595" y="664231"/>
                </a:lnTo>
                <a:lnTo>
                  <a:pt x="122693" y="671874"/>
                </a:lnTo>
                <a:lnTo>
                  <a:pt x="127311" y="676513"/>
                </a:lnTo>
                <a:lnTo>
                  <a:pt x="154331" y="676822"/>
                </a:lnTo>
                <a:lnTo>
                  <a:pt x="162576" y="676780"/>
                </a:lnTo>
                <a:lnTo>
                  <a:pt x="176126" y="676450"/>
                </a:lnTo>
                <a:lnTo>
                  <a:pt x="204137" y="676450"/>
                </a:lnTo>
                <a:lnTo>
                  <a:pt x="203215" y="671843"/>
                </a:lnTo>
                <a:lnTo>
                  <a:pt x="202681" y="668775"/>
                </a:lnTo>
                <a:lnTo>
                  <a:pt x="205686" y="664231"/>
                </a:lnTo>
                <a:lnTo>
                  <a:pt x="217975" y="651885"/>
                </a:lnTo>
                <a:lnTo>
                  <a:pt x="147604" y="651885"/>
                </a:lnTo>
                <a:lnTo>
                  <a:pt x="151876" y="612347"/>
                </a:lnTo>
                <a:lnTo>
                  <a:pt x="155396" y="608819"/>
                </a:lnTo>
                <a:close/>
              </a:path>
              <a:path extrusionOk="0" h="799465" w="799465">
                <a:moveTo>
                  <a:pt x="624118" y="176015"/>
                </a:moveTo>
                <a:lnTo>
                  <a:pt x="584805" y="176015"/>
                </a:lnTo>
                <a:lnTo>
                  <a:pt x="621087" y="212914"/>
                </a:lnTo>
                <a:lnTo>
                  <a:pt x="619506" y="214579"/>
                </a:lnTo>
                <a:lnTo>
                  <a:pt x="617349" y="216977"/>
                </a:lnTo>
                <a:lnTo>
                  <a:pt x="244085" y="590643"/>
                </a:lnTo>
                <a:lnTo>
                  <a:pt x="194042" y="641059"/>
                </a:lnTo>
                <a:lnTo>
                  <a:pt x="183019" y="648625"/>
                </a:lnTo>
                <a:lnTo>
                  <a:pt x="171663" y="651152"/>
                </a:lnTo>
                <a:lnTo>
                  <a:pt x="159887" y="651339"/>
                </a:lnTo>
                <a:lnTo>
                  <a:pt x="147604" y="651885"/>
                </a:lnTo>
                <a:lnTo>
                  <a:pt x="217975" y="651885"/>
                </a:lnTo>
                <a:lnTo>
                  <a:pt x="279143" y="590539"/>
                </a:lnTo>
                <a:lnTo>
                  <a:pt x="633976" y="235563"/>
                </a:lnTo>
                <a:lnTo>
                  <a:pt x="635474" y="231710"/>
                </a:lnTo>
                <a:lnTo>
                  <a:pt x="637180" y="228956"/>
                </a:lnTo>
                <a:lnTo>
                  <a:pt x="677054" y="228956"/>
                </a:lnTo>
                <a:lnTo>
                  <a:pt x="624118" y="176015"/>
                </a:lnTo>
                <a:close/>
              </a:path>
              <a:path extrusionOk="0" h="799465" w="799465">
                <a:moveTo>
                  <a:pt x="583096" y="134990"/>
                </a:moveTo>
                <a:lnTo>
                  <a:pt x="544387" y="134990"/>
                </a:lnTo>
                <a:lnTo>
                  <a:pt x="568114" y="159995"/>
                </a:lnTo>
                <a:lnTo>
                  <a:pt x="566669" y="161586"/>
                </a:lnTo>
                <a:lnTo>
                  <a:pt x="564491" y="164225"/>
                </a:lnTo>
                <a:lnTo>
                  <a:pt x="133897" y="595133"/>
                </a:lnTo>
                <a:lnTo>
                  <a:pt x="128253" y="597636"/>
                </a:lnTo>
                <a:lnTo>
                  <a:pt x="166553" y="597636"/>
                </a:lnTo>
                <a:lnTo>
                  <a:pt x="581611" y="182329"/>
                </a:lnTo>
                <a:lnTo>
                  <a:pt x="583009" y="178905"/>
                </a:lnTo>
                <a:lnTo>
                  <a:pt x="583130" y="178673"/>
                </a:lnTo>
                <a:lnTo>
                  <a:pt x="584805" y="176015"/>
                </a:lnTo>
                <a:lnTo>
                  <a:pt x="624118" y="176015"/>
                </a:lnTo>
                <a:lnTo>
                  <a:pt x="583096" y="134990"/>
                </a:lnTo>
                <a:close/>
              </a:path>
              <a:path extrusionOk="0" h="799465" w="799465">
                <a:moveTo>
                  <a:pt x="617583" y="99075"/>
                </a:moveTo>
                <a:lnTo>
                  <a:pt x="577643" y="99075"/>
                </a:lnTo>
                <a:lnTo>
                  <a:pt x="699995" y="221762"/>
                </a:lnTo>
                <a:lnTo>
                  <a:pt x="684509" y="236411"/>
                </a:lnTo>
                <a:lnTo>
                  <a:pt x="721432" y="236411"/>
                </a:lnTo>
                <a:lnTo>
                  <a:pt x="756828" y="201030"/>
                </a:lnTo>
                <a:lnTo>
                  <a:pt x="719502" y="201030"/>
                </a:lnTo>
                <a:lnTo>
                  <a:pt x="617583" y="99075"/>
                </a:lnTo>
                <a:close/>
              </a:path>
              <a:path extrusionOk="0" h="799465" w="799465">
                <a:moveTo>
                  <a:pt x="717301" y="25052"/>
                </a:moveTo>
                <a:lnTo>
                  <a:pt x="667721" y="25052"/>
                </a:lnTo>
                <a:lnTo>
                  <a:pt x="680347" y="27806"/>
                </a:lnTo>
                <a:lnTo>
                  <a:pt x="691325" y="34941"/>
                </a:lnTo>
                <a:lnTo>
                  <a:pt x="728218" y="71157"/>
                </a:lnTo>
                <a:lnTo>
                  <a:pt x="764475" y="108017"/>
                </a:lnTo>
                <a:lnTo>
                  <a:pt x="774531" y="131578"/>
                </a:lnTo>
                <a:lnTo>
                  <a:pt x="772681" y="144162"/>
                </a:lnTo>
                <a:lnTo>
                  <a:pt x="766046" y="155335"/>
                </a:lnTo>
                <a:lnTo>
                  <a:pt x="754708" y="167215"/>
                </a:lnTo>
                <a:lnTo>
                  <a:pt x="742746" y="178905"/>
                </a:lnTo>
                <a:lnTo>
                  <a:pt x="719502" y="201030"/>
                </a:lnTo>
                <a:lnTo>
                  <a:pt x="756828" y="201030"/>
                </a:lnTo>
                <a:lnTo>
                  <a:pt x="778810" y="178905"/>
                </a:lnTo>
                <a:lnTo>
                  <a:pt x="794086" y="156944"/>
                </a:lnTo>
                <a:lnTo>
                  <a:pt x="799322" y="133215"/>
                </a:lnTo>
                <a:lnTo>
                  <a:pt x="794483" y="109463"/>
                </a:lnTo>
                <a:lnTo>
                  <a:pt x="779532" y="87431"/>
                </a:lnTo>
                <a:lnTo>
                  <a:pt x="762633" y="70254"/>
                </a:lnTo>
                <a:lnTo>
                  <a:pt x="717301" y="25052"/>
                </a:lnTo>
                <a:close/>
              </a:path>
            </a:pathLst>
          </a:custGeom>
          <a:solidFill>
            <a:srgbClr val="FFFFFF">
              <a:alpha val="50196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10561142" y="2708573"/>
            <a:ext cx="4756150" cy="3156585"/>
          </a:xfrm>
          <a:custGeom>
            <a:rect b="b" l="l" r="r" t="t"/>
            <a:pathLst>
              <a:path extrusionOk="0" h="3156585" w="4756150">
                <a:moveTo>
                  <a:pt x="799325" y="2490470"/>
                </a:moveTo>
                <a:lnTo>
                  <a:pt x="794486" y="2466708"/>
                </a:lnTo>
                <a:lnTo>
                  <a:pt x="779538" y="2444686"/>
                </a:lnTo>
                <a:lnTo>
                  <a:pt x="774534" y="2439606"/>
                </a:lnTo>
                <a:lnTo>
                  <a:pt x="774534" y="2488831"/>
                </a:lnTo>
                <a:lnTo>
                  <a:pt x="772680" y="2501404"/>
                </a:lnTo>
                <a:lnTo>
                  <a:pt x="766051" y="2512580"/>
                </a:lnTo>
                <a:lnTo>
                  <a:pt x="754710" y="2524468"/>
                </a:lnTo>
                <a:lnTo>
                  <a:pt x="742746" y="2536152"/>
                </a:lnTo>
                <a:lnTo>
                  <a:pt x="719505" y="2558275"/>
                </a:lnTo>
                <a:lnTo>
                  <a:pt x="699998" y="2538768"/>
                </a:lnTo>
                <a:lnTo>
                  <a:pt x="699998" y="2579014"/>
                </a:lnTo>
                <a:lnTo>
                  <a:pt x="684517" y="2593657"/>
                </a:lnTo>
                <a:lnTo>
                  <a:pt x="677062" y="2586202"/>
                </a:lnTo>
                <a:lnTo>
                  <a:pt x="664337" y="2573490"/>
                </a:lnTo>
                <a:lnTo>
                  <a:pt x="664337" y="2612783"/>
                </a:lnTo>
                <a:lnTo>
                  <a:pt x="211772" y="3065272"/>
                </a:lnTo>
                <a:lnTo>
                  <a:pt x="207200" y="3047301"/>
                </a:lnTo>
                <a:lnTo>
                  <a:pt x="204978" y="3037903"/>
                </a:lnTo>
                <a:lnTo>
                  <a:pt x="204139" y="3033699"/>
                </a:lnTo>
                <a:lnTo>
                  <a:pt x="203212" y="3029089"/>
                </a:lnTo>
                <a:lnTo>
                  <a:pt x="279146" y="2947784"/>
                </a:lnTo>
                <a:lnTo>
                  <a:pt x="633984" y="2592806"/>
                </a:lnTo>
                <a:lnTo>
                  <a:pt x="635482" y="2588958"/>
                </a:lnTo>
                <a:lnTo>
                  <a:pt x="637184" y="2586202"/>
                </a:lnTo>
                <a:lnTo>
                  <a:pt x="664337" y="2612783"/>
                </a:lnTo>
                <a:lnTo>
                  <a:pt x="664337" y="2573490"/>
                </a:lnTo>
                <a:lnTo>
                  <a:pt x="624116" y="2533269"/>
                </a:lnTo>
                <a:lnTo>
                  <a:pt x="621093" y="2530246"/>
                </a:lnTo>
                <a:lnTo>
                  <a:pt x="621093" y="2570162"/>
                </a:lnTo>
                <a:lnTo>
                  <a:pt x="619506" y="2571826"/>
                </a:lnTo>
                <a:lnTo>
                  <a:pt x="617347" y="2574226"/>
                </a:lnTo>
                <a:lnTo>
                  <a:pt x="244094" y="2947886"/>
                </a:lnTo>
                <a:lnTo>
                  <a:pt x="194043" y="2998305"/>
                </a:lnTo>
                <a:lnTo>
                  <a:pt x="190347" y="3000845"/>
                </a:lnTo>
                <a:lnTo>
                  <a:pt x="190347" y="3082937"/>
                </a:lnTo>
                <a:lnTo>
                  <a:pt x="118541" y="3102114"/>
                </a:lnTo>
                <a:lnTo>
                  <a:pt x="114858" y="3099663"/>
                </a:lnTo>
                <a:lnTo>
                  <a:pt x="113868" y="3097669"/>
                </a:lnTo>
                <a:lnTo>
                  <a:pt x="103568" y="3080410"/>
                </a:lnTo>
                <a:lnTo>
                  <a:pt x="91351" y="3065957"/>
                </a:lnTo>
                <a:lnTo>
                  <a:pt x="91351" y="3109785"/>
                </a:lnTo>
                <a:lnTo>
                  <a:pt x="29743" y="3126803"/>
                </a:lnTo>
                <a:lnTo>
                  <a:pt x="46507" y="3065399"/>
                </a:lnTo>
                <a:lnTo>
                  <a:pt x="60972" y="3073082"/>
                </a:lnTo>
                <a:lnTo>
                  <a:pt x="73063" y="3083014"/>
                </a:lnTo>
                <a:lnTo>
                  <a:pt x="83096" y="3095231"/>
                </a:lnTo>
                <a:lnTo>
                  <a:pt x="91351" y="3109785"/>
                </a:lnTo>
                <a:lnTo>
                  <a:pt x="91351" y="3065957"/>
                </a:lnTo>
                <a:lnTo>
                  <a:pt x="58801" y="3042564"/>
                </a:lnTo>
                <a:lnTo>
                  <a:pt x="56819" y="3041573"/>
                </a:lnTo>
                <a:lnTo>
                  <a:pt x="54381" y="3037903"/>
                </a:lnTo>
                <a:lnTo>
                  <a:pt x="59372" y="3018586"/>
                </a:lnTo>
                <a:lnTo>
                  <a:pt x="63969" y="3001302"/>
                </a:lnTo>
                <a:lnTo>
                  <a:pt x="73520" y="2966072"/>
                </a:lnTo>
                <a:lnTo>
                  <a:pt x="107315" y="2974467"/>
                </a:lnTo>
                <a:lnTo>
                  <a:pt x="122593" y="3021482"/>
                </a:lnTo>
                <a:lnTo>
                  <a:pt x="122694" y="3029127"/>
                </a:lnTo>
                <a:lnTo>
                  <a:pt x="127317" y="3033763"/>
                </a:lnTo>
                <a:lnTo>
                  <a:pt x="154330" y="3034068"/>
                </a:lnTo>
                <a:lnTo>
                  <a:pt x="162585" y="3034030"/>
                </a:lnTo>
                <a:lnTo>
                  <a:pt x="176136" y="3033699"/>
                </a:lnTo>
                <a:lnTo>
                  <a:pt x="178816" y="3035160"/>
                </a:lnTo>
                <a:lnTo>
                  <a:pt x="180022" y="3040748"/>
                </a:lnTo>
                <a:lnTo>
                  <a:pt x="182397" y="3051137"/>
                </a:lnTo>
                <a:lnTo>
                  <a:pt x="184962" y="3061563"/>
                </a:lnTo>
                <a:lnTo>
                  <a:pt x="190347" y="3082937"/>
                </a:lnTo>
                <a:lnTo>
                  <a:pt x="190347" y="3000845"/>
                </a:lnTo>
                <a:lnTo>
                  <a:pt x="183019" y="3005874"/>
                </a:lnTo>
                <a:lnTo>
                  <a:pt x="171665" y="3008401"/>
                </a:lnTo>
                <a:lnTo>
                  <a:pt x="159893" y="3008592"/>
                </a:lnTo>
                <a:lnTo>
                  <a:pt x="147612" y="3009138"/>
                </a:lnTo>
                <a:lnTo>
                  <a:pt x="147510" y="2998305"/>
                </a:lnTo>
                <a:lnTo>
                  <a:pt x="147624" y="2982163"/>
                </a:lnTo>
                <a:lnTo>
                  <a:pt x="147929" y="2976600"/>
                </a:lnTo>
                <a:lnTo>
                  <a:pt x="148234" y="2973133"/>
                </a:lnTo>
                <a:lnTo>
                  <a:pt x="151879" y="2969590"/>
                </a:lnTo>
                <a:lnTo>
                  <a:pt x="155397" y="2966072"/>
                </a:lnTo>
                <a:lnTo>
                  <a:pt x="166560" y="2954883"/>
                </a:lnTo>
                <a:lnTo>
                  <a:pt x="581621" y="2539581"/>
                </a:lnTo>
                <a:lnTo>
                  <a:pt x="583006" y="2536152"/>
                </a:lnTo>
                <a:lnTo>
                  <a:pt x="583120" y="2535923"/>
                </a:lnTo>
                <a:lnTo>
                  <a:pt x="584809" y="2533269"/>
                </a:lnTo>
                <a:lnTo>
                  <a:pt x="621093" y="2570162"/>
                </a:lnTo>
                <a:lnTo>
                  <a:pt x="621093" y="2530246"/>
                </a:lnTo>
                <a:lnTo>
                  <a:pt x="583107" y="2492248"/>
                </a:lnTo>
                <a:lnTo>
                  <a:pt x="568121" y="2477262"/>
                </a:lnTo>
                <a:lnTo>
                  <a:pt x="568121" y="2517241"/>
                </a:lnTo>
                <a:lnTo>
                  <a:pt x="566674" y="2518829"/>
                </a:lnTo>
                <a:lnTo>
                  <a:pt x="564502" y="2521470"/>
                </a:lnTo>
                <a:lnTo>
                  <a:pt x="133896" y="2952381"/>
                </a:lnTo>
                <a:lnTo>
                  <a:pt x="128257" y="2954883"/>
                </a:lnTo>
                <a:lnTo>
                  <a:pt x="119380" y="2951784"/>
                </a:lnTo>
                <a:lnTo>
                  <a:pt x="112407" y="2949638"/>
                </a:lnTo>
                <a:lnTo>
                  <a:pt x="105384" y="2947886"/>
                </a:lnTo>
                <a:lnTo>
                  <a:pt x="91719" y="2944787"/>
                </a:lnTo>
                <a:lnTo>
                  <a:pt x="544398" y="2492248"/>
                </a:lnTo>
                <a:lnTo>
                  <a:pt x="568121" y="2517241"/>
                </a:lnTo>
                <a:lnTo>
                  <a:pt x="568121" y="2477262"/>
                </a:lnTo>
                <a:lnTo>
                  <a:pt x="562152" y="2471293"/>
                </a:lnTo>
                <a:lnTo>
                  <a:pt x="577646" y="2456319"/>
                </a:lnTo>
                <a:lnTo>
                  <a:pt x="699998" y="2579014"/>
                </a:lnTo>
                <a:lnTo>
                  <a:pt x="699998" y="2538768"/>
                </a:lnTo>
                <a:lnTo>
                  <a:pt x="617588" y="2456319"/>
                </a:lnTo>
                <a:lnTo>
                  <a:pt x="597992" y="2436723"/>
                </a:lnTo>
                <a:lnTo>
                  <a:pt x="620395" y="2413419"/>
                </a:lnTo>
                <a:lnTo>
                  <a:pt x="631901" y="2401786"/>
                </a:lnTo>
                <a:lnTo>
                  <a:pt x="643851" y="2390546"/>
                </a:lnTo>
                <a:lnTo>
                  <a:pt x="655027" y="2384082"/>
                </a:lnTo>
                <a:lnTo>
                  <a:pt x="667727" y="2382304"/>
                </a:lnTo>
                <a:lnTo>
                  <a:pt x="680351" y="2385060"/>
                </a:lnTo>
                <a:lnTo>
                  <a:pt x="709853" y="2410206"/>
                </a:lnTo>
                <a:lnTo>
                  <a:pt x="746429" y="2446756"/>
                </a:lnTo>
                <a:lnTo>
                  <a:pt x="771740" y="2476296"/>
                </a:lnTo>
                <a:lnTo>
                  <a:pt x="774534" y="2488831"/>
                </a:lnTo>
                <a:lnTo>
                  <a:pt x="774534" y="2439606"/>
                </a:lnTo>
                <a:lnTo>
                  <a:pt x="762635" y="2427503"/>
                </a:lnTo>
                <a:lnTo>
                  <a:pt x="717308" y="2382304"/>
                </a:lnTo>
                <a:lnTo>
                  <a:pt x="711454" y="2376462"/>
                </a:lnTo>
                <a:lnTo>
                  <a:pt x="701700" y="2368308"/>
                </a:lnTo>
                <a:lnTo>
                  <a:pt x="691032" y="2362416"/>
                </a:lnTo>
                <a:lnTo>
                  <a:pt x="679526" y="2358758"/>
                </a:lnTo>
                <a:lnTo>
                  <a:pt x="667245" y="2357247"/>
                </a:lnTo>
                <a:lnTo>
                  <a:pt x="653618" y="2358783"/>
                </a:lnTo>
                <a:lnTo>
                  <a:pt x="619848" y="2377948"/>
                </a:lnTo>
                <a:lnTo>
                  <a:pt x="56337" y="2941866"/>
                </a:lnTo>
                <a:lnTo>
                  <a:pt x="37973" y="3001657"/>
                </a:lnTo>
                <a:lnTo>
                  <a:pt x="25908" y="3045676"/>
                </a:lnTo>
                <a:lnTo>
                  <a:pt x="13144" y="3092500"/>
                </a:lnTo>
                <a:lnTo>
                  <a:pt x="596" y="3138614"/>
                </a:lnTo>
                <a:lnTo>
                  <a:pt x="0" y="3147174"/>
                </a:lnTo>
                <a:lnTo>
                  <a:pt x="3022" y="3153346"/>
                </a:lnTo>
                <a:lnTo>
                  <a:pt x="9055" y="3156470"/>
                </a:lnTo>
                <a:lnTo>
                  <a:pt x="17500" y="3155950"/>
                </a:lnTo>
                <a:lnTo>
                  <a:pt x="124561" y="3126803"/>
                </a:lnTo>
                <a:lnTo>
                  <a:pt x="208826" y="3103664"/>
                </a:lnTo>
                <a:lnTo>
                  <a:pt x="249720" y="3065272"/>
                </a:lnTo>
                <a:lnTo>
                  <a:pt x="285927" y="3029089"/>
                </a:lnTo>
                <a:lnTo>
                  <a:pt x="367207" y="2947784"/>
                </a:lnTo>
                <a:lnTo>
                  <a:pt x="721436" y="2593657"/>
                </a:lnTo>
                <a:lnTo>
                  <a:pt x="756831" y="2558275"/>
                </a:lnTo>
                <a:lnTo>
                  <a:pt x="778814" y="2536152"/>
                </a:lnTo>
                <a:lnTo>
                  <a:pt x="794092" y="2514193"/>
                </a:lnTo>
                <a:lnTo>
                  <a:pt x="799325" y="2490470"/>
                </a:lnTo>
                <a:close/>
              </a:path>
              <a:path extrusionOk="0" h="3156585" w="4756150">
                <a:moveTo>
                  <a:pt x="4755769" y="133210"/>
                </a:moveTo>
                <a:lnTo>
                  <a:pt x="4750917" y="109461"/>
                </a:lnTo>
                <a:lnTo>
                  <a:pt x="4735969" y="87426"/>
                </a:lnTo>
                <a:lnTo>
                  <a:pt x="4730966" y="82346"/>
                </a:lnTo>
                <a:lnTo>
                  <a:pt x="4730966" y="131584"/>
                </a:lnTo>
                <a:lnTo>
                  <a:pt x="4729124" y="144157"/>
                </a:lnTo>
                <a:lnTo>
                  <a:pt x="4722482" y="155333"/>
                </a:lnTo>
                <a:lnTo>
                  <a:pt x="4711154" y="167220"/>
                </a:lnTo>
                <a:lnTo>
                  <a:pt x="4699190" y="178904"/>
                </a:lnTo>
                <a:lnTo>
                  <a:pt x="4675949" y="201028"/>
                </a:lnTo>
                <a:lnTo>
                  <a:pt x="4656442" y="181521"/>
                </a:lnTo>
                <a:lnTo>
                  <a:pt x="4656442" y="221767"/>
                </a:lnTo>
                <a:lnTo>
                  <a:pt x="4640948" y="236410"/>
                </a:lnTo>
                <a:lnTo>
                  <a:pt x="4633493" y="228955"/>
                </a:lnTo>
                <a:lnTo>
                  <a:pt x="4620768" y="216230"/>
                </a:lnTo>
                <a:lnTo>
                  <a:pt x="4620768" y="255536"/>
                </a:lnTo>
                <a:lnTo>
                  <a:pt x="4168216" y="708025"/>
                </a:lnTo>
                <a:lnTo>
                  <a:pt x="4163631" y="690054"/>
                </a:lnTo>
                <a:lnTo>
                  <a:pt x="4161421" y="680656"/>
                </a:lnTo>
                <a:lnTo>
                  <a:pt x="4160583" y="676452"/>
                </a:lnTo>
                <a:lnTo>
                  <a:pt x="4159656" y="671842"/>
                </a:lnTo>
                <a:lnTo>
                  <a:pt x="4235589" y="590537"/>
                </a:lnTo>
                <a:lnTo>
                  <a:pt x="4590415" y="235559"/>
                </a:lnTo>
                <a:lnTo>
                  <a:pt x="4591913" y="231711"/>
                </a:lnTo>
                <a:lnTo>
                  <a:pt x="4593615" y="228955"/>
                </a:lnTo>
                <a:lnTo>
                  <a:pt x="4620768" y="255536"/>
                </a:lnTo>
                <a:lnTo>
                  <a:pt x="4620768" y="216230"/>
                </a:lnTo>
                <a:lnTo>
                  <a:pt x="4580560" y="176022"/>
                </a:lnTo>
                <a:lnTo>
                  <a:pt x="4577524" y="172986"/>
                </a:lnTo>
                <a:lnTo>
                  <a:pt x="4577524" y="212915"/>
                </a:lnTo>
                <a:lnTo>
                  <a:pt x="4575949" y="214579"/>
                </a:lnTo>
                <a:lnTo>
                  <a:pt x="4573790" y="216979"/>
                </a:lnTo>
                <a:lnTo>
                  <a:pt x="4200525" y="590638"/>
                </a:lnTo>
                <a:lnTo>
                  <a:pt x="4150487" y="641057"/>
                </a:lnTo>
                <a:lnTo>
                  <a:pt x="4146791" y="643597"/>
                </a:lnTo>
                <a:lnTo>
                  <a:pt x="4146791" y="725690"/>
                </a:lnTo>
                <a:lnTo>
                  <a:pt x="4074972" y="744867"/>
                </a:lnTo>
                <a:lnTo>
                  <a:pt x="4071289" y="742416"/>
                </a:lnTo>
                <a:lnTo>
                  <a:pt x="4070312" y="740422"/>
                </a:lnTo>
                <a:lnTo>
                  <a:pt x="4059999" y="723163"/>
                </a:lnTo>
                <a:lnTo>
                  <a:pt x="4047782" y="708698"/>
                </a:lnTo>
                <a:lnTo>
                  <a:pt x="4047782" y="752538"/>
                </a:lnTo>
                <a:lnTo>
                  <a:pt x="3986174" y="769556"/>
                </a:lnTo>
                <a:lnTo>
                  <a:pt x="4002951" y="708152"/>
                </a:lnTo>
                <a:lnTo>
                  <a:pt x="4017403" y="715835"/>
                </a:lnTo>
                <a:lnTo>
                  <a:pt x="4029506" y="725766"/>
                </a:lnTo>
                <a:lnTo>
                  <a:pt x="4039527" y="737984"/>
                </a:lnTo>
                <a:lnTo>
                  <a:pt x="4047782" y="752538"/>
                </a:lnTo>
                <a:lnTo>
                  <a:pt x="4047782" y="708698"/>
                </a:lnTo>
                <a:lnTo>
                  <a:pt x="4015244" y="685317"/>
                </a:lnTo>
                <a:lnTo>
                  <a:pt x="4013250" y="684326"/>
                </a:lnTo>
                <a:lnTo>
                  <a:pt x="4010812" y="680656"/>
                </a:lnTo>
                <a:lnTo>
                  <a:pt x="4015803" y="661339"/>
                </a:lnTo>
                <a:lnTo>
                  <a:pt x="4020413" y="644055"/>
                </a:lnTo>
                <a:lnTo>
                  <a:pt x="4029964" y="608825"/>
                </a:lnTo>
                <a:lnTo>
                  <a:pt x="4063746" y="617220"/>
                </a:lnTo>
                <a:lnTo>
                  <a:pt x="4079036" y="664235"/>
                </a:lnTo>
                <a:lnTo>
                  <a:pt x="4079138" y="671880"/>
                </a:lnTo>
                <a:lnTo>
                  <a:pt x="4083748" y="676516"/>
                </a:lnTo>
                <a:lnTo>
                  <a:pt x="4110774" y="676821"/>
                </a:lnTo>
                <a:lnTo>
                  <a:pt x="4119016" y="676783"/>
                </a:lnTo>
                <a:lnTo>
                  <a:pt x="4132567" y="676452"/>
                </a:lnTo>
                <a:lnTo>
                  <a:pt x="4135247" y="677900"/>
                </a:lnTo>
                <a:lnTo>
                  <a:pt x="4136466" y="683501"/>
                </a:lnTo>
                <a:lnTo>
                  <a:pt x="4138841" y="693889"/>
                </a:lnTo>
                <a:lnTo>
                  <a:pt x="4141393" y="704316"/>
                </a:lnTo>
                <a:lnTo>
                  <a:pt x="4146791" y="725690"/>
                </a:lnTo>
                <a:lnTo>
                  <a:pt x="4146791" y="643597"/>
                </a:lnTo>
                <a:lnTo>
                  <a:pt x="4139463" y="648627"/>
                </a:lnTo>
                <a:lnTo>
                  <a:pt x="4128109" y="651154"/>
                </a:lnTo>
                <a:lnTo>
                  <a:pt x="4116324" y="651344"/>
                </a:lnTo>
                <a:lnTo>
                  <a:pt x="4104043" y="651891"/>
                </a:lnTo>
                <a:lnTo>
                  <a:pt x="4103941" y="641057"/>
                </a:lnTo>
                <a:lnTo>
                  <a:pt x="4104055" y="624916"/>
                </a:lnTo>
                <a:lnTo>
                  <a:pt x="4104373" y="619353"/>
                </a:lnTo>
                <a:lnTo>
                  <a:pt x="4104678" y="615886"/>
                </a:lnTo>
                <a:lnTo>
                  <a:pt x="4108323" y="612343"/>
                </a:lnTo>
                <a:lnTo>
                  <a:pt x="4111841" y="608825"/>
                </a:lnTo>
                <a:lnTo>
                  <a:pt x="4122991" y="597636"/>
                </a:lnTo>
                <a:lnTo>
                  <a:pt x="4538053" y="182333"/>
                </a:lnTo>
                <a:lnTo>
                  <a:pt x="4539450" y="178904"/>
                </a:lnTo>
                <a:lnTo>
                  <a:pt x="4539564" y="178676"/>
                </a:lnTo>
                <a:lnTo>
                  <a:pt x="4541240" y="176022"/>
                </a:lnTo>
                <a:lnTo>
                  <a:pt x="4577524" y="212915"/>
                </a:lnTo>
                <a:lnTo>
                  <a:pt x="4577524" y="172986"/>
                </a:lnTo>
                <a:lnTo>
                  <a:pt x="4539551" y="135001"/>
                </a:lnTo>
                <a:lnTo>
                  <a:pt x="4524553" y="120002"/>
                </a:lnTo>
                <a:lnTo>
                  <a:pt x="4524553" y="159994"/>
                </a:lnTo>
                <a:lnTo>
                  <a:pt x="4523105" y="161582"/>
                </a:lnTo>
                <a:lnTo>
                  <a:pt x="4520933" y="164223"/>
                </a:lnTo>
                <a:lnTo>
                  <a:pt x="4090339" y="595134"/>
                </a:lnTo>
                <a:lnTo>
                  <a:pt x="4084688" y="597636"/>
                </a:lnTo>
                <a:lnTo>
                  <a:pt x="4075811" y="594537"/>
                </a:lnTo>
                <a:lnTo>
                  <a:pt x="4068838" y="592391"/>
                </a:lnTo>
                <a:lnTo>
                  <a:pt x="4061815" y="590638"/>
                </a:lnTo>
                <a:lnTo>
                  <a:pt x="4048163" y="587540"/>
                </a:lnTo>
                <a:lnTo>
                  <a:pt x="4500829" y="135001"/>
                </a:lnTo>
                <a:lnTo>
                  <a:pt x="4524553" y="159994"/>
                </a:lnTo>
                <a:lnTo>
                  <a:pt x="4524553" y="120002"/>
                </a:lnTo>
                <a:lnTo>
                  <a:pt x="4518584" y="114033"/>
                </a:lnTo>
                <a:lnTo>
                  <a:pt x="4534078" y="99072"/>
                </a:lnTo>
                <a:lnTo>
                  <a:pt x="4656442" y="221767"/>
                </a:lnTo>
                <a:lnTo>
                  <a:pt x="4656442" y="181521"/>
                </a:lnTo>
                <a:lnTo>
                  <a:pt x="4574019" y="99072"/>
                </a:lnTo>
                <a:lnTo>
                  <a:pt x="4554423" y="79476"/>
                </a:lnTo>
                <a:lnTo>
                  <a:pt x="4576838" y="56172"/>
                </a:lnTo>
                <a:lnTo>
                  <a:pt x="4588345" y="44538"/>
                </a:lnTo>
                <a:lnTo>
                  <a:pt x="4600295" y="33299"/>
                </a:lnTo>
                <a:lnTo>
                  <a:pt x="4611471" y="26835"/>
                </a:lnTo>
                <a:lnTo>
                  <a:pt x="4624159" y="25057"/>
                </a:lnTo>
                <a:lnTo>
                  <a:pt x="4636782" y="27813"/>
                </a:lnTo>
                <a:lnTo>
                  <a:pt x="4666297" y="52959"/>
                </a:lnTo>
                <a:lnTo>
                  <a:pt x="4702861" y="89509"/>
                </a:lnTo>
                <a:lnTo>
                  <a:pt x="4728184" y="119049"/>
                </a:lnTo>
                <a:lnTo>
                  <a:pt x="4730966" y="131584"/>
                </a:lnTo>
                <a:lnTo>
                  <a:pt x="4730966" y="82346"/>
                </a:lnTo>
                <a:lnTo>
                  <a:pt x="4719078" y="70256"/>
                </a:lnTo>
                <a:lnTo>
                  <a:pt x="4673739" y="25057"/>
                </a:lnTo>
                <a:lnTo>
                  <a:pt x="4667897" y="19215"/>
                </a:lnTo>
                <a:lnTo>
                  <a:pt x="4658131" y="11061"/>
                </a:lnTo>
                <a:lnTo>
                  <a:pt x="4647476" y="5168"/>
                </a:lnTo>
                <a:lnTo>
                  <a:pt x="4635970" y="1511"/>
                </a:lnTo>
                <a:lnTo>
                  <a:pt x="4623689" y="0"/>
                </a:lnTo>
                <a:lnTo>
                  <a:pt x="4610062" y="1536"/>
                </a:lnTo>
                <a:lnTo>
                  <a:pt x="4576280" y="20701"/>
                </a:lnTo>
                <a:lnTo>
                  <a:pt x="4012768" y="584619"/>
                </a:lnTo>
                <a:lnTo>
                  <a:pt x="3994416" y="644410"/>
                </a:lnTo>
                <a:lnTo>
                  <a:pt x="3982339" y="688428"/>
                </a:lnTo>
                <a:lnTo>
                  <a:pt x="3969575" y="735253"/>
                </a:lnTo>
                <a:lnTo>
                  <a:pt x="3957028" y="781367"/>
                </a:lnTo>
                <a:lnTo>
                  <a:pt x="3956431" y="789927"/>
                </a:lnTo>
                <a:lnTo>
                  <a:pt x="3959453" y="796086"/>
                </a:lnTo>
                <a:lnTo>
                  <a:pt x="3965486" y="799223"/>
                </a:lnTo>
                <a:lnTo>
                  <a:pt x="3973919" y="798703"/>
                </a:lnTo>
                <a:lnTo>
                  <a:pt x="4080992" y="769556"/>
                </a:lnTo>
                <a:lnTo>
                  <a:pt x="4165269" y="746417"/>
                </a:lnTo>
                <a:lnTo>
                  <a:pt x="4168140" y="744867"/>
                </a:lnTo>
                <a:lnTo>
                  <a:pt x="4170121" y="743800"/>
                </a:lnTo>
                <a:lnTo>
                  <a:pt x="4188383" y="725690"/>
                </a:lnTo>
                <a:lnTo>
                  <a:pt x="4206151" y="708025"/>
                </a:lnTo>
                <a:lnTo>
                  <a:pt x="4242371" y="671842"/>
                </a:lnTo>
                <a:lnTo>
                  <a:pt x="4677867" y="236410"/>
                </a:lnTo>
                <a:lnTo>
                  <a:pt x="4713275" y="201028"/>
                </a:lnTo>
                <a:lnTo>
                  <a:pt x="4735246" y="178904"/>
                </a:lnTo>
                <a:lnTo>
                  <a:pt x="4750524" y="156946"/>
                </a:lnTo>
                <a:lnTo>
                  <a:pt x="4755769" y="133210"/>
                </a:lnTo>
                <a:close/>
              </a:path>
            </a:pathLst>
          </a:custGeom>
          <a:solidFill>
            <a:srgbClr val="FFFFFF">
              <a:alpha val="25098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3795109" y="8374179"/>
            <a:ext cx="742315" cy="619760"/>
          </a:xfrm>
          <a:custGeom>
            <a:rect b="b" l="l" r="r" t="t"/>
            <a:pathLst>
              <a:path extrusionOk="0" h="619759" w="742314">
                <a:moveTo>
                  <a:pt x="97284" y="58"/>
                </a:moveTo>
                <a:lnTo>
                  <a:pt x="52710" y="94"/>
                </a:lnTo>
                <a:lnTo>
                  <a:pt x="13695" y="14034"/>
                </a:lnTo>
                <a:lnTo>
                  <a:pt x="0" y="53380"/>
                </a:lnTo>
                <a:lnTo>
                  <a:pt x="0" y="555920"/>
                </a:lnTo>
                <a:lnTo>
                  <a:pt x="16807" y="602528"/>
                </a:lnTo>
                <a:lnTo>
                  <a:pt x="63558" y="619342"/>
                </a:lnTo>
                <a:lnTo>
                  <a:pt x="264088" y="619374"/>
                </a:lnTo>
                <a:lnTo>
                  <a:pt x="621614" y="619290"/>
                </a:lnTo>
                <a:lnTo>
                  <a:pt x="667799" y="598824"/>
                </a:lnTo>
                <a:lnTo>
                  <a:pt x="670277" y="594871"/>
                </a:lnTo>
                <a:lnTo>
                  <a:pt x="65673" y="594871"/>
                </a:lnTo>
                <a:lnTo>
                  <a:pt x="45507" y="591362"/>
                </a:lnTo>
                <a:lnTo>
                  <a:pt x="32221" y="581380"/>
                </a:lnTo>
                <a:lnTo>
                  <a:pt x="25716" y="566473"/>
                </a:lnTo>
                <a:lnTo>
                  <a:pt x="25894" y="548192"/>
                </a:lnTo>
                <a:lnTo>
                  <a:pt x="34234" y="501466"/>
                </a:lnTo>
                <a:lnTo>
                  <a:pt x="42509" y="454729"/>
                </a:lnTo>
                <a:lnTo>
                  <a:pt x="51699" y="402511"/>
                </a:lnTo>
                <a:lnTo>
                  <a:pt x="24889" y="402511"/>
                </a:lnTo>
                <a:lnTo>
                  <a:pt x="25005" y="53380"/>
                </a:lnTo>
                <a:lnTo>
                  <a:pt x="26413" y="40512"/>
                </a:lnTo>
                <a:lnTo>
                  <a:pt x="31381" y="31419"/>
                </a:lnTo>
                <a:lnTo>
                  <a:pt x="40440" y="26427"/>
                </a:lnTo>
                <a:lnTo>
                  <a:pt x="54228" y="24899"/>
                </a:lnTo>
                <a:lnTo>
                  <a:pt x="194767" y="24899"/>
                </a:lnTo>
                <a:lnTo>
                  <a:pt x="283884" y="24711"/>
                </a:lnTo>
                <a:lnTo>
                  <a:pt x="278497" y="17830"/>
                </a:lnTo>
                <a:lnTo>
                  <a:pt x="264957" y="7783"/>
                </a:lnTo>
                <a:lnTo>
                  <a:pt x="249121" y="1889"/>
                </a:lnTo>
                <a:lnTo>
                  <a:pt x="231788" y="82"/>
                </a:lnTo>
                <a:lnTo>
                  <a:pt x="97284" y="58"/>
                </a:lnTo>
                <a:close/>
              </a:path>
              <a:path extrusionOk="0" h="619759" w="742314">
                <a:moveTo>
                  <a:pt x="175097" y="594334"/>
                </a:moveTo>
                <a:lnTo>
                  <a:pt x="65673" y="594871"/>
                </a:lnTo>
                <a:lnTo>
                  <a:pt x="670277" y="594871"/>
                </a:lnTo>
                <a:lnTo>
                  <a:pt x="670467" y="594568"/>
                </a:lnTo>
                <a:lnTo>
                  <a:pt x="619195" y="594568"/>
                </a:lnTo>
                <a:lnTo>
                  <a:pt x="615593" y="594526"/>
                </a:lnTo>
                <a:lnTo>
                  <a:pt x="339246" y="594526"/>
                </a:lnTo>
                <a:lnTo>
                  <a:pt x="175097" y="594334"/>
                </a:lnTo>
                <a:close/>
              </a:path>
              <a:path extrusionOk="0" h="619759" w="742314">
                <a:moveTo>
                  <a:pt x="730175" y="185874"/>
                </a:moveTo>
                <a:lnTo>
                  <a:pt x="425648" y="185874"/>
                </a:lnTo>
                <a:lnTo>
                  <a:pt x="675864" y="185962"/>
                </a:lnTo>
                <a:lnTo>
                  <a:pt x="695721" y="189351"/>
                </a:lnTo>
                <a:lnTo>
                  <a:pt x="709524" y="199027"/>
                </a:lnTo>
                <a:lnTo>
                  <a:pt x="716685" y="214307"/>
                </a:lnTo>
                <a:lnTo>
                  <a:pt x="716576" y="234736"/>
                </a:lnTo>
                <a:lnTo>
                  <a:pt x="708229" y="282804"/>
                </a:lnTo>
                <a:lnTo>
                  <a:pt x="699796" y="331095"/>
                </a:lnTo>
                <a:lnTo>
                  <a:pt x="691332" y="379382"/>
                </a:lnTo>
                <a:lnTo>
                  <a:pt x="662432" y="543811"/>
                </a:lnTo>
                <a:lnTo>
                  <a:pt x="646365" y="585346"/>
                </a:lnTo>
                <a:lnTo>
                  <a:pt x="619195" y="594568"/>
                </a:lnTo>
                <a:lnTo>
                  <a:pt x="670467" y="594568"/>
                </a:lnTo>
                <a:lnTo>
                  <a:pt x="678376" y="581952"/>
                </a:lnTo>
                <a:lnTo>
                  <a:pt x="684733" y="560443"/>
                </a:lnTo>
                <a:lnTo>
                  <a:pt x="741862" y="234736"/>
                </a:lnTo>
                <a:lnTo>
                  <a:pt x="740984" y="208171"/>
                </a:lnTo>
                <a:lnTo>
                  <a:pt x="730175" y="185874"/>
                </a:lnTo>
                <a:close/>
              </a:path>
              <a:path extrusionOk="0" h="619759" w="742314">
                <a:moveTo>
                  <a:pt x="129482" y="161125"/>
                </a:moveTo>
                <a:lnTo>
                  <a:pt x="88876" y="170329"/>
                </a:lnTo>
                <a:lnTo>
                  <a:pt x="63241" y="201010"/>
                </a:lnTo>
                <a:lnTo>
                  <a:pt x="27685" y="394689"/>
                </a:lnTo>
                <a:lnTo>
                  <a:pt x="26805" y="398658"/>
                </a:lnTo>
                <a:lnTo>
                  <a:pt x="24889" y="402511"/>
                </a:lnTo>
                <a:lnTo>
                  <a:pt x="51699" y="402511"/>
                </a:lnTo>
                <a:lnTo>
                  <a:pt x="75342" y="267733"/>
                </a:lnTo>
                <a:lnTo>
                  <a:pt x="83578" y="220988"/>
                </a:lnTo>
                <a:lnTo>
                  <a:pt x="109218" y="188068"/>
                </a:lnTo>
                <a:lnTo>
                  <a:pt x="730175" y="185874"/>
                </a:lnTo>
                <a:lnTo>
                  <a:pt x="729962" y="185434"/>
                </a:lnTo>
                <a:lnTo>
                  <a:pt x="710748" y="169058"/>
                </a:lnTo>
                <a:lnTo>
                  <a:pt x="685298" y="161576"/>
                </a:lnTo>
                <a:lnTo>
                  <a:pt x="680125" y="161178"/>
                </a:lnTo>
                <a:lnTo>
                  <a:pt x="679346" y="161146"/>
                </a:lnTo>
                <a:lnTo>
                  <a:pt x="129482" y="161125"/>
                </a:lnTo>
                <a:close/>
              </a:path>
              <a:path extrusionOk="0" h="619759" w="742314">
                <a:moveTo>
                  <a:pt x="657352" y="123940"/>
                </a:moveTo>
                <a:lnTo>
                  <a:pt x="456393" y="123940"/>
                </a:lnTo>
                <a:lnTo>
                  <a:pt x="607615" y="123996"/>
                </a:lnTo>
                <a:lnTo>
                  <a:pt x="622298" y="126365"/>
                </a:lnTo>
                <a:lnTo>
                  <a:pt x="633673" y="133018"/>
                </a:lnTo>
                <a:lnTo>
                  <a:pt x="641068" y="143316"/>
                </a:lnTo>
                <a:lnTo>
                  <a:pt x="643812" y="156623"/>
                </a:lnTo>
                <a:lnTo>
                  <a:pt x="643833" y="157681"/>
                </a:lnTo>
                <a:lnTo>
                  <a:pt x="643519" y="158749"/>
                </a:lnTo>
                <a:lnTo>
                  <a:pt x="643163" y="161146"/>
                </a:lnTo>
                <a:lnTo>
                  <a:pt x="679346" y="161146"/>
                </a:lnTo>
                <a:lnTo>
                  <a:pt x="674932" y="160968"/>
                </a:lnTo>
                <a:lnTo>
                  <a:pt x="670534" y="160717"/>
                </a:lnTo>
                <a:lnTo>
                  <a:pt x="668796" y="153218"/>
                </a:lnTo>
                <a:lnTo>
                  <a:pt x="667220" y="145896"/>
                </a:lnTo>
                <a:lnTo>
                  <a:pt x="665377" y="138872"/>
                </a:lnTo>
                <a:lnTo>
                  <a:pt x="662838" y="132268"/>
                </a:lnTo>
                <a:lnTo>
                  <a:pt x="657352" y="123940"/>
                </a:lnTo>
                <a:close/>
              </a:path>
              <a:path extrusionOk="0" h="619759" w="742314">
                <a:moveTo>
                  <a:pt x="283884" y="24711"/>
                </a:moveTo>
                <a:lnTo>
                  <a:pt x="228328" y="24711"/>
                </a:lnTo>
                <a:lnTo>
                  <a:pt x="241665" y="25991"/>
                </a:lnTo>
                <a:lnTo>
                  <a:pt x="253070" y="30209"/>
                </a:lnTo>
                <a:lnTo>
                  <a:pt x="262677" y="37555"/>
                </a:lnTo>
                <a:lnTo>
                  <a:pt x="270620" y="48218"/>
                </a:lnTo>
                <a:lnTo>
                  <a:pt x="277199" y="59242"/>
                </a:lnTo>
                <a:lnTo>
                  <a:pt x="283995" y="70143"/>
                </a:lnTo>
                <a:lnTo>
                  <a:pt x="290867" y="81002"/>
                </a:lnTo>
                <a:lnTo>
                  <a:pt x="297676" y="91902"/>
                </a:lnTo>
                <a:lnTo>
                  <a:pt x="308756" y="106048"/>
                </a:lnTo>
                <a:lnTo>
                  <a:pt x="322081" y="116084"/>
                </a:lnTo>
                <a:lnTo>
                  <a:pt x="337680" y="122057"/>
                </a:lnTo>
                <a:lnTo>
                  <a:pt x="355580" y="124017"/>
                </a:lnTo>
                <a:lnTo>
                  <a:pt x="657352" y="123940"/>
                </a:lnTo>
                <a:lnTo>
                  <a:pt x="653019" y="117363"/>
                </a:lnTo>
                <a:lnTo>
                  <a:pt x="640265" y="107043"/>
                </a:lnTo>
                <a:lnTo>
                  <a:pt x="624869" y="101043"/>
                </a:lnTo>
                <a:lnTo>
                  <a:pt x="608459" y="99243"/>
                </a:lnTo>
                <a:lnTo>
                  <a:pt x="359172" y="99243"/>
                </a:lnTo>
                <a:lnTo>
                  <a:pt x="345862" y="97970"/>
                </a:lnTo>
                <a:lnTo>
                  <a:pt x="334436" y="93828"/>
                </a:lnTo>
                <a:lnTo>
                  <a:pt x="324794" y="86543"/>
                </a:lnTo>
                <a:lnTo>
                  <a:pt x="316838" y="75840"/>
                </a:lnTo>
                <a:lnTo>
                  <a:pt x="310268" y="64808"/>
                </a:lnTo>
                <a:lnTo>
                  <a:pt x="303437" y="53926"/>
                </a:lnTo>
                <a:lnTo>
                  <a:pt x="296528" y="43085"/>
                </a:lnTo>
                <a:lnTo>
                  <a:pt x="289729" y="32177"/>
                </a:lnTo>
                <a:lnTo>
                  <a:pt x="283884" y="24711"/>
                </a:lnTo>
                <a:close/>
              </a:path>
              <a:path extrusionOk="0" h="619759" w="742314">
                <a:moveTo>
                  <a:pt x="458356" y="99007"/>
                </a:moveTo>
                <a:lnTo>
                  <a:pt x="359172" y="99243"/>
                </a:lnTo>
                <a:lnTo>
                  <a:pt x="608459" y="99243"/>
                </a:lnTo>
                <a:lnTo>
                  <a:pt x="607122" y="99096"/>
                </a:lnTo>
                <a:lnTo>
                  <a:pt x="458356" y="99007"/>
                </a:lnTo>
                <a:close/>
              </a:path>
              <a:path extrusionOk="0" h="619759" w="742314">
                <a:moveTo>
                  <a:pt x="194767" y="24899"/>
                </a:moveTo>
                <a:lnTo>
                  <a:pt x="54228" y="24899"/>
                </a:lnTo>
                <a:lnTo>
                  <a:pt x="141278" y="24994"/>
                </a:lnTo>
                <a:lnTo>
                  <a:pt x="194767" y="24899"/>
                </a:lnTo>
                <a:close/>
              </a:path>
              <a:path extrusionOk="0" h="619759" w="742314">
                <a:moveTo>
                  <a:pt x="230998" y="0"/>
                </a:moveTo>
                <a:lnTo>
                  <a:pt x="186429" y="82"/>
                </a:lnTo>
                <a:lnTo>
                  <a:pt x="231788" y="82"/>
                </a:lnTo>
                <a:lnTo>
                  <a:pt x="230998" y="0"/>
                </a:lnTo>
                <a:close/>
              </a:path>
            </a:pathLst>
          </a:custGeom>
          <a:solidFill>
            <a:srgbClr val="FFFFFF">
              <a:alpha val="50196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14200226" y="4968113"/>
            <a:ext cx="742315" cy="619760"/>
          </a:xfrm>
          <a:custGeom>
            <a:rect b="b" l="l" r="r" t="t"/>
            <a:pathLst>
              <a:path extrusionOk="0" h="619760" w="742315">
                <a:moveTo>
                  <a:pt x="97284" y="58"/>
                </a:moveTo>
                <a:lnTo>
                  <a:pt x="52710" y="94"/>
                </a:lnTo>
                <a:lnTo>
                  <a:pt x="13699" y="14034"/>
                </a:lnTo>
                <a:lnTo>
                  <a:pt x="0" y="53380"/>
                </a:lnTo>
                <a:lnTo>
                  <a:pt x="0" y="555920"/>
                </a:lnTo>
                <a:lnTo>
                  <a:pt x="16807" y="602528"/>
                </a:lnTo>
                <a:lnTo>
                  <a:pt x="63558" y="619342"/>
                </a:lnTo>
                <a:lnTo>
                  <a:pt x="264088" y="619374"/>
                </a:lnTo>
                <a:lnTo>
                  <a:pt x="621625" y="619290"/>
                </a:lnTo>
                <a:lnTo>
                  <a:pt x="667799" y="598824"/>
                </a:lnTo>
                <a:lnTo>
                  <a:pt x="670277" y="594871"/>
                </a:lnTo>
                <a:lnTo>
                  <a:pt x="65673" y="594871"/>
                </a:lnTo>
                <a:lnTo>
                  <a:pt x="45507" y="591362"/>
                </a:lnTo>
                <a:lnTo>
                  <a:pt x="32222" y="581380"/>
                </a:lnTo>
                <a:lnTo>
                  <a:pt x="25720" y="566473"/>
                </a:lnTo>
                <a:lnTo>
                  <a:pt x="25904" y="548192"/>
                </a:lnTo>
                <a:lnTo>
                  <a:pt x="34240" y="501466"/>
                </a:lnTo>
                <a:lnTo>
                  <a:pt x="42513" y="454729"/>
                </a:lnTo>
                <a:lnTo>
                  <a:pt x="51701" y="402511"/>
                </a:lnTo>
                <a:lnTo>
                  <a:pt x="24889" y="402511"/>
                </a:lnTo>
                <a:lnTo>
                  <a:pt x="25005" y="53380"/>
                </a:lnTo>
                <a:lnTo>
                  <a:pt x="26413" y="40512"/>
                </a:lnTo>
                <a:lnTo>
                  <a:pt x="31381" y="31419"/>
                </a:lnTo>
                <a:lnTo>
                  <a:pt x="40440" y="26427"/>
                </a:lnTo>
                <a:lnTo>
                  <a:pt x="54228" y="24899"/>
                </a:lnTo>
                <a:lnTo>
                  <a:pt x="194149" y="24899"/>
                </a:lnTo>
                <a:lnTo>
                  <a:pt x="283884" y="24711"/>
                </a:lnTo>
                <a:lnTo>
                  <a:pt x="278497" y="17830"/>
                </a:lnTo>
                <a:lnTo>
                  <a:pt x="264959" y="7783"/>
                </a:lnTo>
                <a:lnTo>
                  <a:pt x="249126" y="1889"/>
                </a:lnTo>
                <a:lnTo>
                  <a:pt x="231799" y="82"/>
                </a:lnTo>
                <a:lnTo>
                  <a:pt x="97284" y="58"/>
                </a:lnTo>
                <a:close/>
              </a:path>
              <a:path extrusionOk="0" h="619760" w="742315">
                <a:moveTo>
                  <a:pt x="175103" y="594334"/>
                </a:moveTo>
                <a:lnTo>
                  <a:pt x="65673" y="594871"/>
                </a:lnTo>
                <a:lnTo>
                  <a:pt x="670277" y="594871"/>
                </a:lnTo>
                <a:lnTo>
                  <a:pt x="670467" y="594568"/>
                </a:lnTo>
                <a:lnTo>
                  <a:pt x="619195" y="594568"/>
                </a:lnTo>
                <a:lnTo>
                  <a:pt x="616314" y="594526"/>
                </a:lnTo>
                <a:lnTo>
                  <a:pt x="339256" y="594526"/>
                </a:lnTo>
                <a:lnTo>
                  <a:pt x="175103" y="594334"/>
                </a:lnTo>
                <a:close/>
              </a:path>
              <a:path extrusionOk="0" h="619760" w="742315">
                <a:moveTo>
                  <a:pt x="730176" y="185874"/>
                </a:moveTo>
                <a:lnTo>
                  <a:pt x="425648" y="185874"/>
                </a:lnTo>
                <a:lnTo>
                  <a:pt x="675864" y="185962"/>
                </a:lnTo>
                <a:lnTo>
                  <a:pt x="695721" y="189351"/>
                </a:lnTo>
                <a:lnTo>
                  <a:pt x="709524" y="199027"/>
                </a:lnTo>
                <a:lnTo>
                  <a:pt x="716685" y="214307"/>
                </a:lnTo>
                <a:lnTo>
                  <a:pt x="716578" y="234725"/>
                </a:lnTo>
                <a:lnTo>
                  <a:pt x="708229" y="282804"/>
                </a:lnTo>
                <a:lnTo>
                  <a:pt x="699799" y="331095"/>
                </a:lnTo>
                <a:lnTo>
                  <a:pt x="691336" y="379382"/>
                </a:lnTo>
                <a:lnTo>
                  <a:pt x="662432" y="543811"/>
                </a:lnTo>
                <a:lnTo>
                  <a:pt x="646365" y="585346"/>
                </a:lnTo>
                <a:lnTo>
                  <a:pt x="619195" y="594568"/>
                </a:lnTo>
                <a:lnTo>
                  <a:pt x="670467" y="594568"/>
                </a:lnTo>
                <a:lnTo>
                  <a:pt x="678376" y="581952"/>
                </a:lnTo>
                <a:lnTo>
                  <a:pt x="684733" y="560443"/>
                </a:lnTo>
                <a:lnTo>
                  <a:pt x="741862" y="234725"/>
                </a:lnTo>
                <a:lnTo>
                  <a:pt x="740984" y="208166"/>
                </a:lnTo>
                <a:lnTo>
                  <a:pt x="730176" y="185874"/>
                </a:lnTo>
                <a:close/>
              </a:path>
              <a:path extrusionOk="0" h="619760" w="742315">
                <a:moveTo>
                  <a:pt x="615593" y="594515"/>
                </a:moveTo>
                <a:lnTo>
                  <a:pt x="339256" y="594526"/>
                </a:lnTo>
                <a:lnTo>
                  <a:pt x="616314" y="594526"/>
                </a:lnTo>
                <a:lnTo>
                  <a:pt x="615593" y="594515"/>
                </a:lnTo>
                <a:close/>
              </a:path>
              <a:path extrusionOk="0" h="619760" w="742315">
                <a:moveTo>
                  <a:pt x="129482" y="161125"/>
                </a:moveTo>
                <a:lnTo>
                  <a:pt x="88876" y="170319"/>
                </a:lnTo>
                <a:lnTo>
                  <a:pt x="63241" y="201010"/>
                </a:lnTo>
                <a:lnTo>
                  <a:pt x="27685" y="394689"/>
                </a:lnTo>
                <a:lnTo>
                  <a:pt x="26805" y="398658"/>
                </a:lnTo>
                <a:lnTo>
                  <a:pt x="24889" y="402511"/>
                </a:lnTo>
                <a:lnTo>
                  <a:pt x="51701" y="402511"/>
                </a:lnTo>
                <a:lnTo>
                  <a:pt x="75342" y="267733"/>
                </a:lnTo>
                <a:lnTo>
                  <a:pt x="83578" y="220988"/>
                </a:lnTo>
                <a:lnTo>
                  <a:pt x="109218" y="188068"/>
                </a:lnTo>
                <a:lnTo>
                  <a:pt x="730176" y="185874"/>
                </a:lnTo>
                <a:lnTo>
                  <a:pt x="729962" y="185432"/>
                </a:lnTo>
                <a:lnTo>
                  <a:pt x="710748" y="169058"/>
                </a:lnTo>
                <a:lnTo>
                  <a:pt x="685298" y="161576"/>
                </a:lnTo>
                <a:lnTo>
                  <a:pt x="680125" y="161178"/>
                </a:lnTo>
                <a:lnTo>
                  <a:pt x="679346" y="161146"/>
                </a:lnTo>
                <a:lnTo>
                  <a:pt x="129482" y="161125"/>
                </a:lnTo>
                <a:close/>
              </a:path>
              <a:path extrusionOk="0" h="619760" w="742315">
                <a:moveTo>
                  <a:pt x="657355" y="123937"/>
                </a:moveTo>
                <a:lnTo>
                  <a:pt x="456393" y="123937"/>
                </a:lnTo>
                <a:lnTo>
                  <a:pt x="607615" y="123996"/>
                </a:lnTo>
                <a:lnTo>
                  <a:pt x="622298" y="126365"/>
                </a:lnTo>
                <a:lnTo>
                  <a:pt x="633673" y="133018"/>
                </a:lnTo>
                <a:lnTo>
                  <a:pt x="641068" y="143316"/>
                </a:lnTo>
                <a:lnTo>
                  <a:pt x="643812" y="156623"/>
                </a:lnTo>
                <a:lnTo>
                  <a:pt x="643833" y="157681"/>
                </a:lnTo>
                <a:lnTo>
                  <a:pt x="643519" y="158749"/>
                </a:lnTo>
                <a:lnTo>
                  <a:pt x="643163" y="161146"/>
                </a:lnTo>
                <a:lnTo>
                  <a:pt x="679346" y="161146"/>
                </a:lnTo>
                <a:lnTo>
                  <a:pt x="674932" y="160968"/>
                </a:lnTo>
                <a:lnTo>
                  <a:pt x="670534" y="160717"/>
                </a:lnTo>
                <a:lnTo>
                  <a:pt x="668796" y="153218"/>
                </a:lnTo>
                <a:lnTo>
                  <a:pt x="667220" y="145894"/>
                </a:lnTo>
                <a:lnTo>
                  <a:pt x="665377" y="138867"/>
                </a:lnTo>
                <a:lnTo>
                  <a:pt x="662838" y="132257"/>
                </a:lnTo>
                <a:lnTo>
                  <a:pt x="657355" y="123937"/>
                </a:lnTo>
                <a:close/>
              </a:path>
              <a:path extrusionOk="0" h="619760" w="742315">
                <a:moveTo>
                  <a:pt x="283884" y="24711"/>
                </a:moveTo>
                <a:lnTo>
                  <a:pt x="228328" y="24711"/>
                </a:lnTo>
                <a:lnTo>
                  <a:pt x="241665" y="25991"/>
                </a:lnTo>
                <a:lnTo>
                  <a:pt x="253072" y="30209"/>
                </a:lnTo>
                <a:lnTo>
                  <a:pt x="262682" y="37555"/>
                </a:lnTo>
                <a:lnTo>
                  <a:pt x="270630" y="48218"/>
                </a:lnTo>
                <a:lnTo>
                  <a:pt x="277208" y="59242"/>
                </a:lnTo>
                <a:lnTo>
                  <a:pt x="284000" y="70143"/>
                </a:lnTo>
                <a:lnTo>
                  <a:pt x="290869" y="81002"/>
                </a:lnTo>
                <a:lnTo>
                  <a:pt x="297676" y="91902"/>
                </a:lnTo>
                <a:lnTo>
                  <a:pt x="308756" y="106048"/>
                </a:lnTo>
                <a:lnTo>
                  <a:pt x="322081" y="116084"/>
                </a:lnTo>
                <a:lnTo>
                  <a:pt x="337680" y="122057"/>
                </a:lnTo>
                <a:lnTo>
                  <a:pt x="355580" y="124017"/>
                </a:lnTo>
                <a:lnTo>
                  <a:pt x="657355" y="123937"/>
                </a:lnTo>
                <a:lnTo>
                  <a:pt x="653021" y="117359"/>
                </a:lnTo>
                <a:lnTo>
                  <a:pt x="640269" y="107042"/>
                </a:lnTo>
                <a:lnTo>
                  <a:pt x="624873" y="101042"/>
                </a:lnTo>
                <a:lnTo>
                  <a:pt x="608459" y="99243"/>
                </a:lnTo>
                <a:lnTo>
                  <a:pt x="359172" y="99243"/>
                </a:lnTo>
                <a:lnTo>
                  <a:pt x="345862" y="97970"/>
                </a:lnTo>
                <a:lnTo>
                  <a:pt x="334436" y="93828"/>
                </a:lnTo>
                <a:lnTo>
                  <a:pt x="324794" y="86543"/>
                </a:lnTo>
                <a:lnTo>
                  <a:pt x="316838" y="75840"/>
                </a:lnTo>
                <a:lnTo>
                  <a:pt x="310268" y="64808"/>
                </a:lnTo>
                <a:lnTo>
                  <a:pt x="303437" y="53926"/>
                </a:lnTo>
                <a:lnTo>
                  <a:pt x="296528" y="43085"/>
                </a:lnTo>
                <a:lnTo>
                  <a:pt x="289729" y="32177"/>
                </a:lnTo>
                <a:lnTo>
                  <a:pt x="283884" y="24711"/>
                </a:lnTo>
                <a:close/>
              </a:path>
              <a:path extrusionOk="0" h="619760" w="742315">
                <a:moveTo>
                  <a:pt x="458356" y="99007"/>
                </a:moveTo>
                <a:lnTo>
                  <a:pt x="359172" y="99243"/>
                </a:lnTo>
                <a:lnTo>
                  <a:pt x="608459" y="99243"/>
                </a:lnTo>
                <a:lnTo>
                  <a:pt x="607122" y="99096"/>
                </a:lnTo>
                <a:lnTo>
                  <a:pt x="458356" y="99007"/>
                </a:lnTo>
                <a:close/>
              </a:path>
              <a:path extrusionOk="0" h="619760" w="742315">
                <a:moveTo>
                  <a:pt x="194149" y="24899"/>
                </a:moveTo>
                <a:lnTo>
                  <a:pt x="54228" y="24899"/>
                </a:lnTo>
                <a:lnTo>
                  <a:pt x="141278" y="24990"/>
                </a:lnTo>
                <a:lnTo>
                  <a:pt x="194149" y="24899"/>
                </a:lnTo>
                <a:close/>
              </a:path>
              <a:path extrusionOk="0" h="619760" w="742315">
                <a:moveTo>
                  <a:pt x="231008" y="0"/>
                </a:moveTo>
                <a:lnTo>
                  <a:pt x="186434" y="82"/>
                </a:lnTo>
                <a:lnTo>
                  <a:pt x="231799" y="82"/>
                </a:lnTo>
                <a:lnTo>
                  <a:pt x="231008" y="0"/>
                </a:lnTo>
                <a:close/>
              </a:path>
            </a:pathLst>
          </a:custGeom>
          <a:solidFill>
            <a:srgbClr val="FFFFFF">
              <a:alpha val="25098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5415064" y="534002"/>
            <a:ext cx="11376025" cy="9923780"/>
          </a:xfrm>
          <a:custGeom>
            <a:rect b="b" l="l" r="r" t="t"/>
            <a:pathLst>
              <a:path extrusionOk="0" h="9923780" w="11376025">
                <a:moveTo>
                  <a:pt x="741857" y="338582"/>
                </a:moveTo>
                <a:lnTo>
                  <a:pt x="740981" y="312013"/>
                </a:lnTo>
                <a:lnTo>
                  <a:pt x="730173" y="289712"/>
                </a:lnTo>
                <a:lnTo>
                  <a:pt x="729957" y="289280"/>
                </a:lnTo>
                <a:lnTo>
                  <a:pt x="716686" y="277977"/>
                </a:lnTo>
                <a:lnTo>
                  <a:pt x="716686" y="318147"/>
                </a:lnTo>
                <a:lnTo>
                  <a:pt x="716572" y="338582"/>
                </a:lnTo>
                <a:lnTo>
                  <a:pt x="708228" y="386651"/>
                </a:lnTo>
                <a:lnTo>
                  <a:pt x="699795" y="434936"/>
                </a:lnTo>
                <a:lnTo>
                  <a:pt x="691324" y="483222"/>
                </a:lnTo>
                <a:lnTo>
                  <a:pt x="662432" y="647649"/>
                </a:lnTo>
                <a:lnTo>
                  <a:pt x="646366" y="689190"/>
                </a:lnTo>
                <a:lnTo>
                  <a:pt x="619188" y="698411"/>
                </a:lnTo>
                <a:lnTo>
                  <a:pt x="615594" y="698373"/>
                </a:lnTo>
                <a:lnTo>
                  <a:pt x="339242" y="698373"/>
                </a:lnTo>
                <a:lnTo>
                  <a:pt x="175094" y="698182"/>
                </a:lnTo>
                <a:lnTo>
                  <a:pt x="65671" y="698715"/>
                </a:lnTo>
                <a:lnTo>
                  <a:pt x="45504" y="695210"/>
                </a:lnTo>
                <a:lnTo>
                  <a:pt x="32219" y="685228"/>
                </a:lnTo>
                <a:lnTo>
                  <a:pt x="25717" y="670318"/>
                </a:lnTo>
                <a:lnTo>
                  <a:pt x="25895" y="652030"/>
                </a:lnTo>
                <a:lnTo>
                  <a:pt x="34226" y="605307"/>
                </a:lnTo>
                <a:lnTo>
                  <a:pt x="42506" y="558571"/>
                </a:lnTo>
                <a:lnTo>
                  <a:pt x="51701" y="506349"/>
                </a:lnTo>
                <a:lnTo>
                  <a:pt x="75336" y="371576"/>
                </a:lnTo>
                <a:lnTo>
                  <a:pt x="83578" y="324827"/>
                </a:lnTo>
                <a:lnTo>
                  <a:pt x="109220" y="291909"/>
                </a:lnTo>
                <a:lnTo>
                  <a:pt x="505358" y="289750"/>
                </a:lnTo>
                <a:lnTo>
                  <a:pt x="675855" y="289801"/>
                </a:lnTo>
                <a:lnTo>
                  <a:pt x="695718" y="293192"/>
                </a:lnTo>
                <a:lnTo>
                  <a:pt x="709523" y="302869"/>
                </a:lnTo>
                <a:lnTo>
                  <a:pt x="716686" y="318147"/>
                </a:lnTo>
                <a:lnTo>
                  <a:pt x="716686" y="277977"/>
                </a:lnTo>
                <a:lnTo>
                  <a:pt x="680123" y="265023"/>
                </a:lnTo>
                <a:lnTo>
                  <a:pt x="674928" y="264807"/>
                </a:lnTo>
                <a:lnTo>
                  <a:pt x="670534" y="264553"/>
                </a:lnTo>
                <a:lnTo>
                  <a:pt x="668794" y="257060"/>
                </a:lnTo>
                <a:lnTo>
                  <a:pt x="667219" y="249732"/>
                </a:lnTo>
                <a:lnTo>
                  <a:pt x="665365" y="242709"/>
                </a:lnTo>
                <a:lnTo>
                  <a:pt x="662825" y="236105"/>
                </a:lnTo>
                <a:lnTo>
                  <a:pt x="657339" y="227787"/>
                </a:lnTo>
                <a:lnTo>
                  <a:pt x="653008" y="221208"/>
                </a:lnTo>
                <a:lnTo>
                  <a:pt x="643826" y="213779"/>
                </a:lnTo>
                <a:lnTo>
                  <a:pt x="643826" y="261518"/>
                </a:lnTo>
                <a:lnTo>
                  <a:pt x="643521" y="262585"/>
                </a:lnTo>
                <a:lnTo>
                  <a:pt x="643166" y="264985"/>
                </a:lnTo>
                <a:lnTo>
                  <a:pt x="129476" y="264972"/>
                </a:lnTo>
                <a:lnTo>
                  <a:pt x="118872" y="265303"/>
                </a:lnTo>
                <a:lnTo>
                  <a:pt x="77851" y="282765"/>
                </a:lnTo>
                <a:lnTo>
                  <a:pt x="59550" y="318312"/>
                </a:lnTo>
                <a:lnTo>
                  <a:pt x="27686" y="498525"/>
                </a:lnTo>
                <a:lnTo>
                  <a:pt x="26797" y="502500"/>
                </a:lnTo>
                <a:lnTo>
                  <a:pt x="24892" y="506349"/>
                </a:lnTo>
                <a:lnTo>
                  <a:pt x="25006" y="157226"/>
                </a:lnTo>
                <a:lnTo>
                  <a:pt x="26416" y="144360"/>
                </a:lnTo>
                <a:lnTo>
                  <a:pt x="31381" y="135267"/>
                </a:lnTo>
                <a:lnTo>
                  <a:pt x="40436" y="130263"/>
                </a:lnTo>
                <a:lnTo>
                  <a:pt x="54229" y="128739"/>
                </a:lnTo>
                <a:lnTo>
                  <a:pt x="141274" y="128841"/>
                </a:lnTo>
                <a:lnTo>
                  <a:pt x="194767" y="128739"/>
                </a:lnTo>
                <a:lnTo>
                  <a:pt x="241668" y="129832"/>
                </a:lnTo>
                <a:lnTo>
                  <a:pt x="277190" y="163080"/>
                </a:lnTo>
                <a:lnTo>
                  <a:pt x="283997" y="173990"/>
                </a:lnTo>
                <a:lnTo>
                  <a:pt x="290868" y="184848"/>
                </a:lnTo>
                <a:lnTo>
                  <a:pt x="297675" y="195745"/>
                </a:lnTo>
                <a:lnTo>
                  <a:pt x="308749" y="209892"/>
                </a:lnTo>
                <a:lnTo>
                  <a:pt x="322084" y="219925"/>
                </a:lnTo>
                <a:lnTo>
                  <a:pt x="337680" y="225894"/>
                </a:lnTo>
                <a:lnTo>
                  <a:pt x="355574" y="227863"/>
                </a:lnTo>
                <a:lnTo>
                  <a:pt x="542607" y="227825"/>
                </a:lnTo>
                <a:lnTo>
                  <a:pt x="607606" y="227838"/>
                </a:lnTo>
                <a:lnTo>
                  <a:pt x="641070" y="247154"/>
                </a:lnTo>
                <a:lnTo>
                  <a:pt x="643826" y="261518"/>
                </a:lnTo>
                <a:lnTo>
                  <a:pt x="643826" y="213779"/>
                </a:lnTo>
                <a:lnTo>
                  <a:pt x="640257" y="210883"/>
                </a:lnTo>
                <a:lnTo>
                  <a:pt x="624865" y="204889"/>
                </a:lnTo>
                <a:lnTo>
                  <a:pt x="608457" y="203085"/>
                </a:lnTo>
                <a:lnTo>
                  <a:pt x="607123" y="202933"/>
                </a:lnTo>
                <a:lnTo>
                  <a:pt x="458343" y="202844"/>
                </a:lnTo>
                <a:lnTo>
                  <a:pt x="359168" y="203085"/>
                </a:lnTo>
                <a:lnTo>
                  <a:pt x="345859" y="201815"/>
                </a:lnTo>
                <a:lnTo>
                  <a:pt x="334429" y="197675"/>
                </a:lnTo>
                <a:lnTo>
                  <a:pt x="324789" y="190385"/>
                </a:lnTo>
                <a:lnTo>
                  <a:pt x="316839" y="179679"/>
                </a:lnTo>
                <a:lnTo>
                  <a:pt x="310261" y="168656"/>
                </a:lnTo>
                <a:lnTo>
                  <a:pt x="303428" y="157772"/>
                </a:lnTo>
                <a:lnTo>
                  <a:pt x="296519" y="146926"/>
                </a:lnTo>
                <a:lnTo>
                  <a:pt x="289725" y="136017"/>
                </a:lnTo>
                <a:lnTo>
                  <a:pt x="283883" y="128549"/>
                </a:lnTo>
                <a:lnTo>
                  <a:pt x="249123" y="105727"/>
                </a:lnTo>
                <a:lnTo>
                  <a:pt x="231000" y="103847"/>
                </a:lnTo>
                <a:lnTo>
                  <a:pt x="190931" y="103924"/>
                </a:lnTo>
                <a:lnTo>
                  <a:pt x="186423" y="103924"/>
                </a:lnTo>
                <a:lnTo>
                  <a:pt x="97282" y="103898"/>
                </a:lnTo>
                <a:lnTo>
                  <a:pt x="52705" y="103936"/>
                </a:lnTo>
                <a:lnTo>
                  <a:pt x="13690" y="117881"/>
                </a:lnTo>
                <a:lnTo>
                  <a:pt x="0" y="157226"/>
                </a:lnTo>
                <a:lnTo>
                  <a:pt x="0" y="659765"/>
                </a:lnTo>
                <a:lnTo>
                  <a:pt x="16802" y="706374"/>
                </a:lnTo>
                <a:lnTo>
                  <a:pt x="63550" y="723188"/>
                </a:lnTo>
                <a:lnTo>
                  <a:pt x="264083" y="723214"/>
                </a:lnTo>
                <a:lnTo>
                  <a:pt x="621614" y="723138"/>
                </a:lnTo>
                <a:lnTo>
                  <a:pt x="667791" y="702665"/>
                </a:lnTo>
                <a:lnTo>
                  <a:pt x="670458" y="698411"/>
                </a:lnTo>
                <a:lnTo>
                  <a:pt x="678370" y="685800"/>
                </a:lnTo>
                <a:lnTo>
                  <a:pt x="684720" y="664286"/>
                </a:lnTo>
                <a:lnTo>
                  <a:pt x="692899" y="617753"/>
                </a:lnTo>
                <a:lnTo>
                  <a:pt x="741857" y="338582"/>
                </a:lnTo>
                <a:close/>
              </a:path>
              <a:path extrusionOk="0" h="9923780" w="11376025">
                <a:moveTo>
                  <a:pt x="7346302" y="9539110"/>
                </a:moveTo>
                <a:lnTo>
                  <a:pt x="7345426" y="9512541"/>
                </a:lnTo>
                <a:lnTo>
                  <a:pt x="7334618" y="9490253"/>
                </a:lnTo>
                <a:lnTo>
                  <a:pt x="7334402" y="9489808"/>
                </a:lnTo>
                <a:lnTo>
                  <a:pt x="7321131" y="9478505"/>
                </a:lnTo>
                <a:lnTo>
                  <a:pt x="7321131" y="9518688"/>
                </a:lnTo>
                <a:lnTo>
                  <a:pt x="7321016" y="9539110"/>
                </a:lnTo>
                <a:lnTo>
                  <a:pt x="7312673" y="9587179"/>
                </a:lnTo>
                <a:lnTo>
                  <a:pt x="7304240" y="9635477"/>
                </a:lnTo>
                <a:lnTo>
                  <a:pt x="7295782" y="9683763"/>
                </a:lnTo>
                <a:lnTo>
                  <a:pt x="7266876" y="9848190"/>
                </a:lnTo>
                <a:lnTo>
                  <a:pt x="7250811" y="9889719"/>
                </a:lnTo>
                <a:lnTo>
                  <a:pt x="7223633" y="9898939"/>
                </a:lnTo>
                <a:lnTo>
                  <a:pt x="7220039" y="9898901"/>
                </a:lnTo>
                <a:lnTo>
                  <a:pt x="6943687" y="9898901"/>
                </a:lnTo>
                <a:lnTo>
                  <a:pt x="6779539" y="9898710"/>
                </a:lnTo>
                <a:lnTo>
                  <a:pt x="6670116" y="9899244"/>
                </a:lnTo>
                <a:lnTo>
                  <a:pt x="6649948" y="9895738"/>
                </a:lnTo>
                <a:lnTo>
                  <a:pt x="6636664" y="9885756"/>
                </a:lnTo>
                <a:lnTo>
                  <a:pt x="6630162" y="9870846"/>
                </a:lnTo>
                <a:lnTo>
                  <a:pt x="6630340" y="9852571"/>
                </a:lnTo>
                <a:lnTo>
                  <a:pt x="6638684" y="9805848"/>
                </a:lnTo>
                <a:lnTo>
                  <a:pt x="6646951" y="9759099"/>
                </a:lnTo>
                <a:lnTo>
                  <a:pt x="6656146" y="9706889"/>
                </a:lnTo>
                <a:lnTo>
                  <a:pt x="6679781" y="9572104"/>
                </a:lnTo>
                <a:lnTo>
                  <a:pt x="6688023" y="9525368"/>
                </a:lnTo>
                <a:lnTo>
                  <a:pt x="6713664" y="9492450"/>
                </a:lnTo>
                <a:lnTo>
                  <a:pt x="7099554" y="9490278"/>
                </a:lnTo>
                <a:lnTo>
                  <a:pt x="7280313" y="9490342"/>
                </a:lnTo>
                <a:lnTo>
                  <a:pt x="7300163" y="9493733"/>
                </a:lnTo>
                <a:lnTo>
                  <a:pt x="7313968" y="9503410"/>
                </a:lnTo>
                <a:lnTo>
                  <a:pt x="7321131" y="9518688"/>
                </a:lnTo>
                <a:lnTo>
                  <a:pt x="7321131" y="9478505"/>
                </a:lnTo>
                <a:lnTo>
                  <a:pt x="7315187" y="9473438"/>
                </a:lnTo>
                <a:lnTo>
                  <a:pt x="7289736" y="9465958"/>
                </a:lnTo>
                <a:lnTo>
                  <a:pt x="7284567" y="9465551"/>
                </a:lnTo>
                <a:lnTo>
                  <a:pt x="7283793" y="9465526"/>
                </a:lnTo>
                <a:lnTo>
                  <a:pt x="7279373" y="9465348"/>
                </a:lnTo>
                <a:lnTo>
                  <a:pt x="7274979" y="9465094"/>
                </a:lnTo>
                <a:lnTo>
                  <a:pt x="7273239" y="9457588"/>
                </a:lnTo>
                <a:lnTo>
                  <a:pt x="7271664" y="9450273"/>
                </a:lnTo>
                <a:lnTo>
                  <a:pt x="7269823" y="9443250"/>
                </a:lnTo>
                <a:lnTo>
                  <a:pt x="7267283" y="9436646"/>
                </a:lnTo>
                <a:lnTo>
                  <a:pt x="7261796" y="9428315"/>
                </a:lnTo>
                <a:lnTo>
                  <a:pt x="7257466" y="9421736"/>
                </a:lnTo>
                <a:lnTo>
                  <a:pt x="7248271" y="9414307"/>
                </a:lnTo>
                <a:lnTo>
                  <a:pt x="7248271" y="9462059"/>
                </a:lnTo>
                <a:lnTo>
                  <a:pt x="7247966" y="9463126"/>
                </a:lnTo>
                <a:lnTo>
                  <a:pt x="7247610" y="9465526"/>
                </a:lnTo>
                <a:lnTo>
                  <a:pt x="6733921" y="9465500"/>
                </a:lnTo>
                <a:lnTo>
                  <a:pt x="6723316" y="9465831"/>
                </a:lnTo>
                <a:lnTo>
                  <a:pt x="6682295" y="9483293"/>
                </a:lnTo>
                <a:lnTo>
                  <a:pt x="6663995" y="9518840"/>
                </a:lnTo>
                <a:lnTo>
                  <a:pt x="6632130" y="9699066"/>
                </a:lnTo>
                <a:lnTo>
                  <a:pt x="6631254" y="9703029"/>
                </a:lnTo>
                <a:lnTo>
                  <a:pt x="6629336" y="9706889"/>
                </a:lnTo>
                <a:lnTo>
                  <a:pt x="6629451" y="9357754"/>
                </a:lnTo>
                <a:lnTo>
                  <a:pt x="6630860" y="9344889"/>
                </a:lnTo>
                <a:lnTo>
                  <a:pt x="6635826" y="9335795"/>
                </a:lnTo>
                <a:lnTo>
                  <a:pt x="6644881" y="9330804"/>
                </a:lnTo>
                <a:lnTo>
                  <a:pt x="6658673" y="9329280"/>
                </a:lnTo>
                <a:lnTo>
                  <a:pt x="6745719" y="9329369"/>
                </a:lnTo>
                <a:lnTo>
                  <a:pt x="6799212" y="9329280"/>
                </a:lnTo>
                <a:lnTo>
                  <a:pt x="6846113" y="9330372"/>
                </a:lnTo>
                <a:lnTo>
                  <a:pt x="6881647" y="9363621"/>
                </a:lnTo>
                <a:lnTo>
                  <a:pt x="6888442" y="9374518"/>
                </a:lnTo>
                <a:lnTo>
                  <a:pt x="6895312" y="9385376"/>
                </a:lnTo>
                <a:lnTo>
                  <a:pt x="6902120" y="9396273"/>
                </a:lnTo>
                <a:lnTo>
                  <a:pt x="6913194" y="9410421"/>
                </a:lnTo>
                <a:lnTo>
                  <a:pt x="6926529" y="9420466"/>
                </a:lnTo>
                <a:lnTo>
                  <a:pt x="6942125" y="9426435"/>
                </a:lnTo>
                <a:lnTo>
                  <a:pt x="6960019" y="9428391"/>
                </a:lnTo>
                <a:lnTo>
                  <a:pt x="7136295" y="9428353"/>
                </a:lnTo>
                <a:lnTo>
                  <a:pt x="7212063" y="9428378"/>
                </a:lnTo>
                <a:lnTo>
                  <a:pt x="7245515" y="9447695"/>
                </a:lnTo>
                <a:lnTo>
                  <a:pt x="7248271" y="9462059"/>
                </a:lnTo>
                <a:lnTo>
                  <a:pt x="7248271" y="9414307"/>
                </a:lnTo>
                <a:lnTo>
                  <a:pt x="7211568" y="9403474"/>
                </a:lnTo>
                <a:lnTo>
                  <a:pt x="7062800" y="9403385"/>
                </a:lnTo>
                <a:lnTo>
                  <a:pt x="6963613" y="9403613"/>
                </a:lnTo>
                <a:lnTo>
                  <a:pt x="6950303" y="9402343"/>
                </a:lnTo>
                <a:lnTo>
                  <a:pt x="6938873" y="9398203"/>
                </a:lnTo>
                <a:lnTo>
                  <a:pt x="6929234" y="9390913"/>
                </a:lnTo>
                <a:lnTo>
                  <a:pt x="6921284" y="9380220"/>
                </a:lnTo>
                <a:lnTo>
                  <a:pt x="6914718" y="9369184"/>
                </a:lnTo>
                <a:lnTo>
                  <a:pt x="6907885" y="9358300"/>
                </a:lnTo>
                <a:lnTo>
                  <a:pt x="6900977" y="9347467"/>
                </a:lnTo>
                <a:lnTo>
                  <a:pt x="6894169" y="9336557"/>
                </a:lnTo>
                <a:lnTo>
                  <a:pt x="6888327" y="9329090"/>
                </a:lnTo>
                <a:lnTo>
                  <a:pt x="6882943" y="9322206"/>
                </a:lnTo>
                <a:lnTo>
                  <a:pt x="6869404" y="9312161"/>
                </a:lnTo>
                <a:lnTo>
                  <a:pt x="6853568" y="9306268"/>
                </a:lnTo>
                <a:lnTo>
                  <a:pt x="6836232" y="9304464"/>
                </a:lnTo>
                <a:lnTo>
                  <a:pt x="6835445" y="9304376"/>
                </a:lnTo>
                <a:lnTo>
                  <a:pt x="6794779" y="9304464"/>
                </a:lnTo>
                <a:lnTo>
                  <a:pt x="6790868" y="9304464"/>
                </a:lnTo>
                <a:lnTo>
                  <a:pt x="6701726" y="9304439"/>
                </a:lnTo>
                <a:lnTo>
                  <a:pt x="6657149" y="9304464"/>
                </a:lnTo>
                <a:lnTo>
                  <a:pt x="6634670" y="9308046"/>
                </a:lnTo>
                <a:lnTo>
                  <a:pt x="6618135" y="9318409"/>
                </a:lnTo>
                <a:lnTo>
                  <a:pt x="6607937" y="9335122"/>
                </a:lnTo>
                <a:lnTo>
                  <a:pt x="6604444" y="9357754"/>
                </a:lnTo>
                <a:lnTo>
                  <a:pt x="6604444" y="9860293"/>
                </a:lnTo>
                <a:lnTo>
                  <a:pt x="6621246" y="9906902"/>
                </a:lnTo>
                <a:lnTo>
                  <a:pt x="6667995" y="9923716"/>
                </a:lnTo>
                <a:lnTo>
                  <a:pt x="6868528" y="9923755"/>
                </a:lnTo>
                <a:lnTo>
                  <a:pt x="7226071" y="9923666"/>
                </a:lnTo>
                <a:lnTo>
                  <a:pt x="7272236" y="9903206"/>
                </a:lnTo>
                <a:lnTo>
                  <a:pt x="7274712" y="9899244"/>
                </a:lnTo>
                <a:lnTo>
                  <a:pt x="7274903" y="9898939"/>
                </a:lnTo>
                <a:lnTo>
                  <a:pt x="7282815" y="9886328"/>
                </a:lnTo>
                <a:lnTo>
                  <a:pt x="7289165" y="9864814"/>
                </a:lnTo>
                <a:lnTo>
                  <a:pt x="7297344" y="9818294"/>
                </a:lnTo>
                <a:lnTo>
                  <a:pt x="7346302" y="9539110"/>
                </a:lnTo>
                <a:close/>
              </a:path>
              <a:path extrusionOk="0" h="9923780" w="11376025">
                <a:moveTo>
                  <a:pt x="8270507" y="234734"/>
                </a:moveTo>
                <a:lnTo>
                  <a:pt x="8269630" y="208165"/>
                </a:lnTo>
                <a:lnTo>
                  <a:pt x="8258823" y="185877"/>
                </a:lnTo>
                <a:lnTo>
                  <a:pt x="8258607" y="185432"/>
                </a:lnTo>
                <a:lnTo>
                  <a:pt x="8245335" y="174129"/>
                </a:lnTo>
                <a:lnTo>
                  <a:pt x="8245335" y="214312"/>
                </a:lnTo>
                <a:lnTo>
                  <a:pt x="8245221" y="234734"/>
                </a:lnTo>
                <a:lnTo>
                  <a:pt x="8236877" y="282803"/>
                </a:lnTo>
                <a:lnTo>
                  <a:pt x="8228444" y="331089"/>
                </a:lnTo>
                <a:lnTo>
                  <a:pt x="8219986" y="379387"/>
                </a:lnTo>
                <a:lnTo>
                  <a:pt x="8191081" y="543814"/>
                </a:lnTo>
                <a:lnTo>
                  <a:pt x="8175015" y="585343"/>
                </a:lnTo>
                <a:lnTo>
                  <a:pt x="8147850" y="594563"/>
                </a:lnTo>
                <a:lnTo>
                  <a:pt x="8144243" y="594525"/>
                </a:lnTo>
                <a:lnTo>
                  <a:pt x="7867904" y="594525"/>
                </a:lnTo>
                <a:lnTo>
                  <a:pt x="7703756" y="594334"/>
                </a:lnTo>
                <a:lnTo>
                  <a:pt x="7594320" y="594868"/>
                </a:lnTo>
                <a:lnTo>
                  <a:pt x="7574153" y="591362"/>
                </a:lnTo>
                <a:lnTo>
                  <a:pt x="7560869" y="581380"/>
                </a:lnTo>
                <a:lnTo>
                  <a:pt x="7554366" y="566470"/>
                </a:lnTo>
                <a:lnTo>
                  <a:pt x="7554557" y="548195"/>
                </a:lnTo>
                <a:lnTo>
                  <a:pt x="7562888" y="501459"/>
                </a:lnTo>
                <a:lnTo>
                  <a:pt x="7571168" y="454723"/>
                </a:lnTo>
                <a:lnTo>
                  <a:pt x="7580350" y="402513"/>
                </a:lnTo>
                <a:lnTo>
                  <a:pt x="7603998" y="267728"/>
                </a:lnTo>
                <a:lnTo>
                  <a:pt x="7612227" y="220992"/>
                </a:lnTo>
                <a:lnTo>
                  <a:pt x="7637869" y="188061"/>
                </a:lnTo>
                <a:lnTo>
                  <a:pt x="8023758" y="185902"/>
                </a:lnTo>
                <a:lnTo>
                  <a:pt x="8204517" y="185966"/>
                </a:lnTo>
                <a:lnTo>
                  <a:pt x="8224367" y="189344"/>
                </a:lnTo>
                <a:lnTo>
                  <a:pt x="8238172" y="199021"/>
                </a:lnTo>
                <a:lnTo>
                  <a:pt x="8245335" y="214312"/>
                </a:lnTo>
                <a:lnTo>
                  <a:pt x="8245335" y="174129"/>
                </a:lnTo>
                <a:lnTo>
                  <a:pt x="8239404" y="169062"/>
                </a:lnTo>
                <a:lnTo>
                  <a:pt x="8213953" y="161569"/>
                </a:lnTo>
                <a:lnTo>
                  <a:pt x="8208772" y="161175"/>
                </a:lnTo>
                <a:lnTo>
                  <a:pt x="8207997" y="161150"/>
                </a:lnTo>
                <a:lnTo>
                  <a:pt x="8203578" y="160972"/>
                </a:lnTo>
                <a:lnTo>
                  <a:pt x="8199183" y="160718"/>
                </a:lnTo>
                <a:lnTo>
                  <a:pt x="8197443" y="153212"/>
                </a:lnTo>
                <a:lnTo>
                  <a:pt x="8195869" y="145897"/>
                </a:lnTo>
                <a:lnTo>
                  <a:pt x="8194027" y="138874"/>
                </a:lnTo>
                <a:lnTo>
                  <a:pt x="8191487" y="132270"/>
                </a:lnTo>
                <a:lnTo>
                  <a:pt x="8186001" y="123939"/>
                </a:lnTo>
                <a:lnTo>
                  <a:pt x="8181670" y="117360"/>
                </a:lnTo>
                <a:lnTo>
                  <a:pt x="8172488" y="109943"/>
                </a:lnTo>
                <a:lnTo>
                  <a:pt x="8172488" y="157683"/>
                </a:lnTo>
                <a:lnTo>
                  <a:pt x="8172170" y="158750"/>
                </a:lnTo>
                <a:lnTo>
                  <a:pt x="8171815" y="161150"/>
                </a:lnTo>
                <a:lnTo>
                  <a:pt x="7658138" y="161124"/>
                </a:lnTo>
                <a:lnTo>
                  <a:pt x="7647521" y="161455"/>
                </a:lnTo>
                <a:lnTo>
                  <a:pt x="7606500" y="178917"/>
                </a:lnTo>
                <a:lnTo>
                  <a:pt x="7588199" y="214464"/>
                </a:lnTo>
                <a:lnTo>
                  <a:pt x="7556335" y="394690"/>
                </a:lnTo>
                <a:lnTo>
                  <a:pt x="7555458" y="398653"/>
                </a:lnTo>
                <a:lnTo>
                  <a:pt x="7553541" y="402513"/>
                </a:lnTo>
                <a:lnTo>
                  <a:pt x="7553655" y="53378"/>
                </a:lnTo>
                <a:lnTo>
                  <a:pt x="7555065" y="40513"/>
                </a:lnTo>
                <a:lnTo>
                  <a:pt x="7560030" y="31419"/>
                </a:lnTo>
                <a:lnTo>
                  <a:pt x="7569086" y="26428"/>
                </a:lnTo>
                <a:lnTo>
                  <a:pt x="7582878" y="24892"/>
                </a:lnTo>
                <a:lnTo>
                  <a:pt x="7669924" y="24993"/>
                </a:lnTo>
                <a:lnTo>
                  <a:pt x="7722794" y="24892"/>
                </a:lnTo>
                <a:lnTo>
                  <a:pt x="7770317" y="25984"/>
                </a:lnTo>
                <a:lnTo>
                  <a:pt x="7805852" y="59245"/>
                </a:lnTo>
                <a:lnTo>
                  <a:pt x="7812646" y="70142"/>
                </a:lnTo>
                <a:lnTo>
                  <a:pt x="7819517" y="81000"/>
                </a:lnTo>
                <a:lnTo>
                  <a:pt x="7826324" y="91897"/>
                </a:lnTo>
                <a:lnTo>
                  <a:pt x="7837411" y="106045"/>
                </a:lnTo>
                <a:lnTo>
                  <a:pt x="7850733" y="116078"/>
                </a:lnTo>
                <a:lnTo>
                  <a:pt x="7866329" y="122059"/>
                </a:lnTo>
                <a:lnTo>
                  <a:pt x="7884236" y="124015"/>
                </a:lnTo>
                <a:lnTo>
                  <a:pt x="8071269" y="123977"/>
                </a:lnTo>
                <a:lnTo>
                  <a:pt x="8136268" y="123990"/>
                </a:lnTo>
                <a:lnTo>
                  <a:pt x="8169719" y="143319"/>
                </a:lnTo>
                <a:lnTo>
                  <a:pt x="8172488" y="157683"/>
                </a:lnTo>
                <a:lnTo>
                  <a:pt x="8172488" y="109943"/>
                </a:lnTo>
                <a:lnTo>
                  <a:pt x="8135772" y="99098"/>
                </a:lnTo>
                <a:lnTo>
                  <a:pt x="7987004" y="99009"/>
                </a:lnTo>
                <a:lnTo>
                  <a:pt x="7887817" y="99237"/>
                </a:lnTo>
                <a:lnTo>
                  <a:pt x="7874508" y="97967"/>
                </a:lnTo>
                <a:lnTo>
                  <a:pt x="7863091" y="93827"/>
                </a:lnTo>
                <a:lnTo>
                  <a:pt x="7853439" y="86537"/>
                </a:lnTo>
                <a:lnTo>
                  <a:pt x="7845488" y="75844"/>
                </a:lnTo>
                <a:lnTo>
                  <a:pt x="7838922" y="64808"/>
                </a:lnTo>
                <a:lnTo>
                  <a:pt x="7832090" y="53924"/>
                </a:lnTo>
                <a:lnTo>
                  <a:pt x="7825181" y="43078"/>
                </a:lnTo>
                <a:lnTo>
                  <a:pt x="7818374" y="32169"/>
                </a:lnTo>
                <a:lnTo>
                  <a:pt x="7812532" y="24714"/>
                </a:lnTo>
                <a:lnTo>
                  <a:pt x="7777772" y="1892"/>
                </a:lnTo>
                <a:lnTo>
                  <a:pt x="7759662" y="0"/>
                </a:lnTo>
                <a:lnTo>
                  <a:pt x="7717447" y="76"/>
                </a:lnTo>
                <a:lnTo>
                  <a:pt x="7715085" y="76"/>
                </a:lnTo>
                <a:lnTo>
                  <a:pt x="7625931" y="63"/>
                </a:lnTo>
                <a:lnTo>
                  <a:pt x="7581354" y="88"/>
                </a:lnTo>
                <a:lnTo>
                  <a:pt x="7542352" y="14033"/>
                </a:lnTo>
                <a:lnTo>
                  <a:pt x="7528649" y="53378"/>
                </a:lnTo>
                <a:lnTo>
                  <a:pt x="7528649" y="555917"/>
                </a:lnTo>
                <a:lnTo>
                  <a:pt x="7545451" y="602526"/>
                </a:lnTo>
                <a:lnTo>
                  <a:pt x="7592212" y="619340"/>
                </a:lnTo>
                <a:lnTo>
                  <a:pt x="7792733" y="619366"/>
                </a:lnTo>
                <a:lnTo>
                  <a:pt x="8150276" y="619290"/>
                </a:lnTo>
                <a:lnTo>
                  <a:pt x="8196453" y="598817"/>
                </a:lnTo>
                <a:lnTo>
                  <a:pt x="8199120" y="594563"/>
                </a:lnTo>
                <a:lnTo>
                  <a:pt x="8207032" y="581952"/>
                </a:lnTo>
                <a:lnTo>
                  <a:pt x="8213382" y="560438"/>
                </a:lnTo>
                <a:lnTo>
                  <a:pt x="8270507" y="234734"/>
                </a:lnTo>
                <a:close/>
              </a:path>
              <a:path extrusionOk="0" h="9923780" w="11376025">
                <a:moveTo>
                  <a:pt x="11375428" y="9258732"/>
                </a:moveTo>
                <a:lnTo>
                  <a:pt x="11374552" y="9232163"/>
                </a:lnTo>
                <a:lnTo>
                  <a:pt x="11363744" y="9209875"/>
                </a:lnTo>
                <a:lnTo>
                  <a:pt x="11363528" y="9209430"/>
                </a:lnTo>
                <a:lnTo>
                  <a:pt x="11350257" y="9198127"/>
                </a:lnTo>
                <a:lnTo>
                  <a:pt x="11350257" y="9238310"/>
                </a:lnTo>
                <a:lnTo>
                  <a:pt x="11350142" y="9258732"/>
                </a:lnTo>
                <a:lnTo>
                  <a:pt x="11341799" y="9306801"/>
                </a:lnTo>
                <a:lnTo>
                  <a:pt x="11333366" y="9355099"/>
                </a:lnTo>
                <a:lnTo>
                  <a:pt x="11324908" y="9403385"/>
                </a:lnTo>
                <a:lnTo>
                  <a:pt x="11296002" y="9567812"/>
                </a:lnTo>
                <a:lnTo>
                  <a:pt x="11279937" y="9609341"/>
                </a:lnTo>
                <a:lnTo>
                  <a:pt x="11252772" y="9618561"/>
                </a:lnTo>
                <a:lnTo>
                  <a:pt x="11249165" y="9618523"/>
                </a:lnTo>
                <a:lnTo>
                  <a:pt x="10972825" y="9618523"/>
                </a:lnTo>
                <a:lnTo>
                  <a:pt x="10808678" y="9618332"/>
                </a:lnTo>
                <a:lnTo>
                  <a:pt x="10699242" y="9618866"/>
                </a:lnTo>
                <a:lnTo>
                  <a:pt x="10679074" y="9615360"/>
                </a:lnTo>
                <a:lnTo>
                  <a:pt x="10665790" y="9605378"/>
                </a:lnTo>
                <a:lnTo>
                  <a:pt x="10659288" y="9590468"/>
                </a:lnTo>
                <a:lnTo>
                  <a:pt x="10659478" y="9572193"/>
                </a:lnTo>
                <a:lnTo>
                  <a:pt x="10667810" y="9525470"/>
                </a:lnTo>
                <a:lnTo>
                  <a:pt x="10676077" y="9478721"/>
                </a:lnTo>
                <a:lnTo>
                  <a:pt x="10685272" y="9426511"/>
                </a:lnTo>
                <a:lnTo>
                  <a:pt x="10708907" y="9291726"/>
                </a:lnTo>
                <a:lnTo>
                  <a:pt x="10717149" y="9244990"/>
                </a:lnTo>
                <a:lnTo>
                  <a:pt x="10742790" y="9212072"/>
                </a:lnTo>
                <a:lnTo>
                  <a:pt x="11128680" y="9209900"/>
                </a:lnTo>
                <a:lnTo>
                  <a:pt x="11309439" y="9209964"/>
                </a:lnTo>
                <a:lnTo>
                  <a:pt x="11329289" y="9213355"/>
                </a:lnTo>
                <a:lnTo>
                  <a:pt x="11343094" y="9223032"/>
                </a:lnTo>
                <a:lnTo>
                  <a:pt x="11350257" y="9238310"/>
                </a:lnTo>
                <a:lnTo>
                  <a:pt x="11350257" y="9198127"/>
                </a:lnTo>
                <a:lnTo>
                  <a:pt x="11344313" y="9193060"/>
                </a:lnTo>
                <a:lnTo>
                  <a:pt x="11318862" y="9185580"/>
                </a:lnTo>
                <a:lnTo>
                  <a:pt x="11313693" y="9185173"/>
                </a:lnTo>
                <a:lnTo>
                  <a:pt x="11312919" y="9185148"/>
                </a:lnTo>
                <a:lnTo>
                  <a:pt x="11308499" y="9184970"/>
                </a:lnTo>
                <a:lnTo>
                  <a:pt x="11304105" y="9184716"/>
                </a:lnTo>
                <a:lnTo>
                  <a:pt x="11302365" y="9177210"/>
                </a:lnTo>
                <a:lnTo>
                  <a:pt x="11300790" y="9169895"/>
                </a:lnTo>
                <a:lnTo>
                  <a:pt x="11298949" y="9162872"/>
                </a:lnTo>
                <a:lnTo>
                  <a:pt x="11296409" y="9156268"/>
                </a:lnTo>
                <a:lnTo>
                  <a:pt x="11290922" y="9147937"/>
                </a:lnTo>
                <a:lnTo>
                  <a:pt x="11286592" y="9141358"/>
                </a:lnTo>
                <a:lnTo>
                  <a:pt x="11277410" y="9133942"/>
                </a:lnTo>
                <a:lnTo>
                  <a:pt x="11277410" y="9181681"/>
                </a:lnTo>
                <a:lnTo>
                  <a:pt x="11277092" y="9182748"/>
                </a:lnTo>
                <a:lnTo>
                  <a:pt x="11276736" y="9185148"/>
                </a:lnTo>
                <a:lnTo>
                  <a:pt x="10763047" y="9185123"/>
                </a:lnTo>
                <a:lnTo>
                  <a:pt x="10752442" y="9185453"/>
                </a:lnTo>
                <a:lnTo>
                  <a:pt x="10711421" y="9202915"/>
                </a:lnTo>
                <a:lnTo>
                  <a:pt x="10693121" y="9238463"/>
                </a:lnTo>
                <a:lnTo>
                  <a:pt x="10661256" y="9418688"/>
                </a:lnTo>
                <a:lnTo>
                  <a:pt x="10660380" y="9422651"/>
                </a:lnTo>
                <a:lnTo>
                  <a:pt x="10658462" y="9426511"/>
                </a:lnTo>
                <a:lnTo>
                  <a:pt x="10658577" y="9077376"/>
                </a:lnTo>
                <a:lnTo>
                  <a:pt x="10659986" y="9064511"/>
                </a:lnTo>
                <a:lnTo>
                  <a:pt x="10664952" y="9055417"/>
                </a:lnTo>
                <a:lnTo>
                  <a:pt x="10674007" y="9050426"/>
                </a:lnTo>
                <a:lnTo>
                  <a:pt x="10687799" y="9048902"/>
                </a:lnTo>
                <a:lnTo>
                  <a:pt x="10774845" y="9048991"/>
                </a:lnTo>
                <a:lnTo>
                  <a:pt x="10828338" y="9048902"/>
                </a:lnTo>
                <a:lnTo>
                  <a:pt x="10875239" y="9049995"/>
                </a:lnTo>
                <a:lnTo>
                  <a:pt x="10910773" y="9083243"/>
                </a:lnTo>
                <a:lnTo>
                  <a:pt x="10917568" y="9094140"/>
                </a:lnTo>
                <a:lnTo>
                  <a:pt x="10924438" y="9104998"/>
                </a:lnTo>
                <a:lnTo>
                  <a:pt x="10931246" y="9115895"/>
                </a:lnTo>
                <a:lnTo>
                  <a:pt x="10942320" y="9130043"/>
                </a:lnTo>
                <a:lnTo>
                  <a:pt x="10955655" y="9140088"/>
                </a:lnTo>
                <a:lnTo>
                  <a:pt x="10971251" y="9146057"/>
                </a:lnTo>
                <a:lnTo>
                  <a:pt x="10989145" y="9148013"/>
                </a:lnTo>
                <a:lnTo>
                  <a:pt x="11165421" y="9147975"/>
                </a:lnTo>
                <a:lnTo>
                  <a:pt x="11241189" y="9148000"/>
                </a:lnTo>
                <a:lnTo>
                  <a:pt x="11274641" y="9167317"/>
                </a:lnTo>
                <a:lnTo>
                  <a:pt x="11277410" y="9181681"/>
                </a:lnTo>
                <a:lnTo>
                  <a:pt x="11277410" y="9133942"/>
                </a:lnTo>
                <a:lnTo>
                  <a:pt x="11240694" y="9123096"/>
                </a:lnTo>
                <a:lnTo>
                  <a:pt x="11091926" y="9123007"/>
                </a:lnTo>
                <a:lnTo>
                  <a:pt x="10992739" y="9123235"/>
                </a:lnTo>
                <a:lnTo>
                  <a:pt x="10979429" y="9121965"/>
                </a:lnTo>
                <a:lnTo>
                  <a:pt x="10968012" y="9117825"/>
                </a:lnTo>
                <a:lnTo>
                  <a:pt x="10958360" y="9110535"/>
                </a:lnTo>
                <a:lnTo>
                  <a:pt x="10950410" y="9099842"/>
                </a:lnTo>
                <a:lnTo>
                  <a:pt x="10943844" y="9088806"/>
                </a:lnTo>
                <a:lnTo>
                  <a:pt x="10937011" y="9077922"/>
                </a:lnTo>
                <a:lnTo>
                  <a:pt x="10930103" y="9067089"/>
                </a:lnTo>
                <a:lnTo>
                  <a:pt x="10923295" y="9056179"/>
                </a:lnTo>
                <a:lnTo>
                  <a:pt x="10917453" y="9048712"/>
                </a:lnTo>
                <a:lnTo>
                  <a:pt x="10912069" y="9041828"/>
                </a:lnTo>
                <a:lnTo>
                  <a:pt x="10898530" y="9031783"/>
                </a:lnTo>
                <a:lnTo>
                  <a:pt x="10882694" y="9025890"/>
                </a:lnTo>
                <a:lnTo>
                  <a:pt x="10865371" y="9024087"/>
                </a:lnTo>
                <a:lnTo>
                  <a:pt x="10864583" y="9023998"/>
                </a:lnTo>
                <a:lnTo>
                  <a:pt x="10823918" y="9024087"/>
                </a:lnTo>
                <a:lnTo>
                  <a:pt x="10820006" y="9024087"/>
                </a:lnTo>
                <a:lnTo>
                  <a:pt x="10730852" y="9024061"/>
                </a:lnTo>
                <a:lnTo>
                  <a:pt x="10686275" y="9024087"/>
                </a:lnTo>
                <a:lnTo>
                  <a:pt x="10663796" y="9027668"/>
                </a:lnTo>
                <a:lnTo>
                  <a:pt x="10647261" y="9038031"/>
                </a:lnTo>
                <a:lnTo>
                  <a:pt x="10637063" y="9054744"/>
                </a:lnTo>
                <a:lnTo>
                  <a:pt x="10633570" y="9077376"/>
                </a:lnTo>
                <a:lnTo>
                  <a:pt x="10633570" y="9579915"/>
                </a:lnTo>
                <a:lnTo>
                  <a:pt x="10650372" y="9626524"/>
                </a:lnTo>
                <a:lnTo>
                  <a:pt x="10697134" y="9643339"/>
                </a:lnTo>
                <a:lnTo>
                  <a:pt x="10897654" y="9643377"/>
                </a:lnTo>
                <a:lnTo>
                  <a:pt x="11255197" y="9643288"/>
                </a:lnTo>
                <a:lnTo>
                  <a:pt x="11301374" y="9622828"/>
                </a:lnTo>
                <a:lnTo>
                  <a:pt x="11303851" y="9618866"/>
                </a:lnTo>
                <a:lnTo>
                  <a:pt x="11304041" y="9618561"/>
                </a:lnTo>
                <a:lnTo>
                  <a:pt x="11311941" y="9605950"/>
                </a:lnTo>
                <a:lnTo>
                  <a:pt x="11318304" y="9584436"/>
                </a:lnTo>
                <a:lnTo>
                  <a:pt x="11375428" y="9258732"/>
                </a:lnTo>
                <a:close/>
              </a:path>
            </a:pathLst>
          </a:custGeom>
          <a:solidFill>
            <a:srgbClr val="FFFFFF">
              <a:alpha val="50196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4"/>
          <p:cNvSpPr txBox="1"/>
          <p:nvPr>
            <p:ph type="title"/>
          </p:nvPr>
        </p:nvSpPr>
        <p:spPr>
          <a:xfrm>
            <a:off x="809663" y="1810884"/>
            <a:ext cx="18484773" cy="4895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05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4"/>
          <p:cNvSpPr txBox="1"/>
          <p:nvPr>
            <p:ph idx="1" type="body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4"/>
          <p:cNvSpPr txBox="1"/>
          <p:nvPr>
            <p:ph idx="11" type="ftr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4"/>
          <p:cNvSpPr txBox="1"/>
          <p:nvPr>
            <p:ph idx="10" type="dt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4"/>
          <p:cNvSpPr txBox="1"/>
          <p:nvPr>
            <p:ph idx="12" type="sldNum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5"/>
          <p:cNvSpPr txBox="1"/>
          <p:nvPr>
            <p:ph type="title"/>
          </p:nvPr>
        </p:nvSpPr>
        <p:spPr>
          <a:xfrm>
            <a:off x="809663" y="1810884"/>
            <a:ext cx="18484773" cy="4895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05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5"/>
          <p:cNvSpPr txBox="1"/>
          <p:nvPr>
            <p:ph idx="1" type="body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5"/>
          <p:cNvSpPr txBox="1"/>
          <p:nvPr>
            <p:ph idx="2" type="body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5"/>
          <p:cNvSpPr txBox="1"/>
          <p:nvPr>
            <p:ph idx="11" type="ftr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5"/>
          <p:cNvSpPr txBox="1"/>
          <p:nvPr>
            <p:ph idx="10" type="dt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5"/>
          <p:cNvSpPr txBox="1"/>
          <p:nvPr>
            <p:ph idx="12" type="sldNum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6"/>
          <p:cNvSpPr txBox="1"/>
          <p:nvPr>
            <p:ph type="title"/>
          </p:nvPr>
        </p:nvSpPr>
        <p:spPr>
          <a:xfrm>
            <a:off x="809663" y="1810884"/>
            <a:ext cx="18484773" cy="4895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05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6"/>
          <p:cNvSpPr txBox="1"/>
          <p:nvPr>
            <p:ph idx="11" type="ftr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6"/>
          <p:cNvSpPr txBox="1"/>
          <p:nvPr>
            <p:ph idx="10" type="dt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6"/>
          <p:cNvSpPr txBox="1"/>
          <p:nvPr>
            <p:ph idx="12" type="sldNum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09663" y="1810884"/>
            <a:ext cx="18484773" cy="4895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05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1" type="ftr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0" type="dt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2.png"/><Relationship Id="rId4" Type="http://schemas.openxmlformats.org/officeDocument/2006/relationships/image" Target="../media/image3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jpg"/><Relationship Id="rId4" Type="http://schemas.openxmlformats.org/officeDocument/2006/relationships/image" Target="../media/image24.png"/><Relationship Id="rId5" Type="http://schemas.openxmlformats.org/officeDocument/2006/relationships/image" Target="../media/image3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6.jpg"/><Relationship Id="rId4" Type="http://schemas.openxmlformats.org/officeDocument/2006/relationships/image" Target="../media/image29.png"/><Relationship Id="rId5" Type="http://schemas.openxmlformats.org/officeDocument/2006/relationships/image" Target="../media/image18.jpg"/><Relationship Id="rId6" Type="http://schemas.openxmlformats.org/officeDocument/2006/relationships/image" Target="../media/image21.png"/><Relationship Id="rId7" Type="http://schemas.openxmlformats.org/officeDocument/2006/relationships/image" Target="../media/image2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6.jpg"/><Relationship Id="rId4" Type="http://schemas.openxmlformats.org/officeDocument/2006/relationships/image" Target="../media/image2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9.png"/><Relationship Id="rId4" Type="http://schemas.openxmlformats.org/officeDocument/2006/relationships/image" Target="../media/image20.png"/><Relationship Id="rId5" Type="http://schemas.openxmlformats.org/officeDocument/2006/relationships/image" Target="../media/image17.png"/><Relationship Id="rId6" Type="http://schemas.openxmlformats.org/officeDocument/2006/relationships/image" Target="../media/image19.png"/><Relationship Id="rId7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9.png"/><Relationship Id="rId4" Type="http://schemas.openxmlformats.org/officeDocument/2006/relationships/image" Target="../media/image37.jpg"/><Relationship Id="rId5" Type="http://schemas.openxmlformats.org/officeDocument/2006/relationships/image" Target="../media/image3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9.png"/><Relationship Id="rId4" Type="http://schemas.openxmlformats.org/officeDocument/2006/relationships/image" Target="../media/image2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jpg"/><Relationship Id="rId4" Type="http://schemas.openxmlformats.org/officeDocument/2006/relationships/image" Target="../media/image23.png"/><Relationship Id="rId5" Type="http://schemas.openxmlformats.org/officeDocument/2006/relationships/image" Target="../media/image3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9.png"/><Relationship Id="rId4" Type="http://schemas.openxmlformats.org/officeDocument/2006/relationships/image" Target="../media/image31.png"/><Relationship Id="rId5" Type="http://schemas.openxmlformats.org/officeDocument/2006/relationships/image" Target="../media/image33.png"/><Relationship Id="rId6" Type="http://schemas.openxmlformats.org/officeDocument/2006/relationships/image" Target="../media/image3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jpg"/><Relationship Id="rId4" Type="http://schemas.openxmlformats.org/officeDocument/2006/relationships/image" Target="../media/image23.png"/><Relationship Id="rId5" Type="http://schemas.openxmlformats.org/officeDocument/2006/relationships/image" Target="../media/image32.png"/><Relationship Id="rId6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Изображение выглядит как текст, Шрифт, снимок экрана, логотип&#10;&#10;AI-generated content may be incorrect." id="97" name="Google Shape;97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89250" y="1006475"/>
            <a:ext cx="13976818" cy="98849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02" name="Google Shape;10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" y="0"/>
            <a:ext cx="20105510" cy="113093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3" name="Google Shape;103;p8"/>
          <p:cNvGrpSpPr/>
          <p:nvPr/>
        </p:nvGrpSpPr>
        <p:grpSpPr>
          <a:xfrm>
            <a:off x="11" y="12263090"/>
            <a:ext cx="10620861" cy="5689920"/>
            <a:chOff x="-914389" y="10913973"/>
            <a:chExt cx="10620861" cy="5689920"/>
          </a:xfrm>
        </p:grpSpPr>
        <p:grpSp>
          <p:nvGrpSpPr>
            <p:cNvPr id="104" name="Google Shape;104;p8"/>
            <p:cNvGrpSpPr/>
            <p:nvPr/>
          </p:nvGrpSpPr>
          <p:grpSpPr>
            <a:xfrm>
              <a:off x="-914389" y="11543683"/>
              <a:ext cx="10620861" cy="5060209"/>
              <a:chOff x="-6746460" y="11543683"/>
              <a:chExt cx="10620861" cy="5060209"/>
            </a:xfrm>
          </p:grpSpPr>
          <p:sp>
            <p:nvSpPr>
              <p:cNvPr id="105" name="Google Shape;105;p8"/>
              <p:cNvSpPr/>
              <p:nvPr/>
            </p:nvSpPr>
            <p:spPr>
              <a:xfrm>
                <a:off x="-6746460" y="12040324"/>
                <a:ext cx="10620861" cy="4563568"/>
              </a:xfrm>
              <a:custGeom>
                <a:rect b="b" l="l" r="r" t="t"/>
                <a:pathLst>
                  <a:path extrusionOk="0" h="5014910" w="6941739">
                    <a:moveTo>
                      <a:pt x="0" y="614362"/>
                    </a:moveTo>
                    <a:lnTo>
                      <a:pt x="3050398" y="0"/>
                    </a:lnTo>
                    <a:lnTo>
                      <a:pt x="6941739" y="214312"/>
                    </a:lnTo>
                    <a:lnTo>
                      <a:pt x="6813152" y="4800598"/>
                    </a:lnTo>
                    <a:lnTo>
                      <a:pt x="250049" y="5014910"/>
                    </a:lnTo>
                    <a:lnTo>
                      <a:pt x="0" y="614362"/>
                    </a:lnTo>
                    <a:close/>
                  </a:path>
                </a:pathLst>
              </a:custGeom>
              <a:noFill/>
              <a:ln cap="flat" cmpd="sng" w="76200">
                <a:solidFill>
                  <a:srgbClr val="65137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" name="Google Shape;106;p8"/>
              <p:cNvSpPr/>
              <p:nvPr/>
            </p:nvSpPr>
            <p:spPr>
              <a:xfrm>
                <a:off x="-2025649" y="11543683"/>
                <a:ext cx="3886171" cy="816231"/>
              </a:xfrm>
              <a:custGeom>
                <a:rect b="b" l="l" r="r" t="t"/>
                <a:pathLst>
                  <a:path extrusionOk="0" h="260985" w="3549015">
                    <a:moveTo>
                      <a:pt x="3548928" y="0"/>
                    </a:moveTo>
                    <a:lnTo>
                      <a:pt x="0" y="0"/>
                    </a:lnTo>
                    <a:lnTo>
                      <a:pt x="0" y="260536"/>
                    </a:lnTo>
                    <a:lnTo>
                      <a:pt x="3548928" y="260536"/>
                    </a:lnTo>
                    <a:lnTo>
                      <a:pt x="354892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07" name="Google Shape;107;p8"/>
            <p:cNvSpPr txBox="1"/>
            <p:nvPr/>
          </p:nvSpPr>
          <p:spPr>
            <a:xfrm>
              <a:off x="2358009" y="10913973"/>
              <a:ext cx="3430200" cy="62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13950">
              <a:spAutoFit/>
            </a:bodyPr>
            <a:lstStyle/>
            <a:p>
              <a:pPr indent="0" lvl="0" marL="127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-RU" sz="2000">
                  <a:solidFill>
                    <a:schemeClr val="dk1"/>
                  </a:solidFill>
                  <a:latin typeface="Rubik"/>
                  <a:ea typeface="Rubik"/>
                  <a:cs typeface="Rubik"/>
                  <a:sym typeface="Rubik"/>
                </a:rPr>
                <a:t>Особенности предлагаемого проекта</a:t>
              </a:r>
              <a:endParaRPr sz="20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endParaRPr>
            </a:p>
          </p:txBody>
        </p:sp>
        <p:sp>
          <p:nvSpPr>
            <p:cNvPr id="108" name="Google Shape;108;p8"/>
            <p:cNvSpPr txBox="1"/>
            <p:nvPr/>
          </p:nvSpPr>
          <p:spPr>
            <a:xfrm>
              <a:off x="469371" y="10913990"/>
              <a:ext cx="9125400" cy="430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13950">
              <a:spAutoFit/>
            </a:bodyPr>
            <a:lstStyle/>
            <a:p>
              <a:pPr indent="0" lvl="0" marL="1270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-RU" sz="1800">
                  <a:solidFill>
                    <a:schemeClr val="dk1"/>
                  </a:solidFill>
                  <a:latin typeface="Rubik"/>
                  <a:ea typeface="Rubik"/>
                  <a:cs typeface="Rubik"/>
                  <a:sym typeface="Rubik"/>
                </a:rPr>
                <a:t>Спутники формата кубсат. </a:t>
              </a:r>
              <a:r>
                <a:rPr lang="ru-RU" sz="1800">
                  <a:solidFill>
                    <a:schemeClr val="dk1"/>
                  </a:solidFill>
                  <a:latin typeface="Rubik"/>
                  <a:ea typeface="Rubik"/>
                  <a:cs typeface="Rubik"/>
                  <a:sym typeface="Rubik"/>
                </a:rPr>
                <a:t>Участники проекта разрабатывают алгоритм управления ходом эксперимента на малом спутнике массой ~4 кг с учетом его характеристик</a:t>
              </a:r>
              <a:endParaRPr sz="18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endParaRPr>
            </a:p>
            <a:p>
              <a:pPr indent="0" lvl="0" marL="12700" marR="0" rtl="0" algn="l">
                <a:lnSpc>
                  <a:spcPct val="110000"/>
                </a:lnSpc>
                <a:spcBef>
                  <a:spcPts val="95"/>
                </a:spcBef>
                <a:spcAft>
                  <a:spcPts val="0"/>
                </a:spcAft>
                <a:buNone/>
              </a:pPr>
              <a:r>
                <a:t/>
              </a:r>
              <a:endParaRPr b="1" sz="18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endParaRPr>
            </a:p>
            <a:p>
              <a:pPr indent="0" lvl="0" marL="12700" marR="0" rtl="0" algn="l">
                <a:lnSpc>
                  <a:spcPct val="110000"/>
                </a:lnSpc>
                <a:spcBef>
                  <a:spcPts val="95"/>
                </a:spcBef>
                <a:spcAft>
                  <a:spcPts val="0"/>
                </a:spcAft>
                <a:buNone/>
              </a:pPr>
              <a:r>
                <a:rPr b="1" lang="ru-RU" sz="1800">
                  <a:solidFill>
                    <a:schemeClr val="dk1"/>
                  </a:solidFill>
                  <a:latin typeface="Rubik"/>
                  <a:ea typeface="Rubik"/>
                  <a:cs typeface="Rubik"/>
                  <a:sym typeface="Rubik"/>
                </a:rPr>
                <a:t>Космическая радиация. </a:t>
              </a:r>
              <a:r>
                <a:rPr lang="ru-RU" sz="1800">
                  <a:solidFill>
                    <a:schemeClr val="dk1"/>
                  </a:solidFill>
                  <a:latin typeface="Rubik"/>
                  <a:ea typeface="Rubik"/>
                  <a:cs typeface="Rubik"/>
                  <a:sym typeface="Rubik"/>
                </a:rPr>
                <a:t>Эксперимент, для которого разрабатывается алгоритм, посвящен измерению потоков частиц в радиационных поясах </a:t>
              </a:r>
              <a:endParaRPr/>
            </a:p>
            <a:p>
              <a:pPr indent="0" lvl="0" marL="12700" marR="0" rtl="0" algn="l">
                <a:lnSpc>
                  <a:spcPct val="110000"/>
                </a:lnSpc>
                <a:spcBef>
                  <a:spcPts val="95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endParaRPr>
            </a:p>
            <a:p>
              <a:pPr indent="0" lvl="0" marL="12700" marR="0" rtl="0" algn="l">
                <a:lnSpc>
                  <a:spcPct val="110000"/>
                </a:lnSpc>
                <a:spcBef>
                  <a:spcPts val="95"/>
                </a:spcBef>
                <a:spcAft>
                  <a:spcPts val="0"/>
                </a:spcAft>
                <a:buNone/>
              </a:pPr>
              <a:r>
                <a:rPr b="1" lang="ru-RU" sz="1800">
                  <a:solidFill>
                    <a:schemeClr val="dk1"/>
                  </a:solidFill>
                  <a:latin typeface="Rubik"/>
                  <a:ea typeface="Rubik"/>
                  <a:cs typeface="Rubik"/>
                  <a:sym typeface="Rubik"/>
                </a:rPr>
                <a:t>Уникальные научные исследования. </a:t>
              </a:r>
              <a:r>
                <a:rPr lang="ru-RU" sz="1800">
                  <a:solidFill>
                    <a:schemeClr val="dk1"/>
                  </a:solidFill>
                  <a:latin typeface="Rubik"/>
                  <a:ea typeface="Rubik"/>
                  <a:cs typeface="Rubik"/>
                  <a:sym typeface="Rubik"/>
                </a:rPr>
                <a:t>Разрабатывается методика проведения исследований на тех орбитах, где практически не проводилось аналогичных измерений</a:t>
              </a:r>
              <a:endParaRPr sz="18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endParaRPr>
            </a:p>
            <a:p>
              <a:pPr indent="0" lvl="0" marL="12700" marR="0" rtl="0" algn="l">
                <a:lnSpc>
                  <a:spcPct val="110000"/>
                </a:lnSpc>
                <a:spcBef>
                  <a:spcPts val="95"/>
                </a:spcBef>
                <a:spcAft>
                  <a:spcPts val="0"/>
                </a:spcAft>
                <a:buNone/>
              </a:pPr>
              <a:r>
                <a:t/>
              </a:r>
              <a:endParaRPr b="1" sz="18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endParaRPr>
            </a:p>
            <a:p>
              <a:pPr indent="0" lvl="0" marL="12700" marR="0" rtl="0" algn="l">
                <a:lnSpc>
                  <a:spcPct val="110000"/>
                </a:lnSpc>
                <a:spcBef>
                  <a:spcPts val="95"/>
                </a:spcBef>
                <a:spcAft>
                  <a:spcPts val="0"/>
                </a:spcAft>
                <a:buNone/>
              </a:pPr>
              <a:r>
                <a:rPr b="1" lang="ru-RU" sz="1800">
                  <a:solidFill>
                    <a:schemeClr val="dk1"/>
                  </a:solidFill>
                  <a:latin typeface="Rubik"/>
                  <a:ea typeface="Rubik"/>
                  <a:cs typeface="Rubik"/>
                  <a:sym typeface="Rubik"/>
                </a:rPr>
                <a:t>Актуальность. </a:t>
              </a:r>
              <a:r>
                <a:rPr lang="ru-RU" sz="1800">
                  <a:solidFill>
                    <a:schemeClr val="dk1"/>
                  </a:solidFill>
                  <a:latin typeface="Rubik"/>
                  <a:ea typeface="Rubik"/>
                  <a:cs typeface="Rubik"/>
                  <a:sym typeface="Rubik"/>
                </a:rPr>
                <a:t>Результат работы над проектом будут использованы для управления спутником АрктикСат-1 в течение ближайших 1-2 месяцев</a:t>
              </a:r>
              <a:endParaRPr sz="18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endParaRPr>
            </a:p>
            <a:p>
              <a:pPr indent="0" lvl="0" marL="12700" marR="0" rtl="0" algn="l">
                <a:lnSpc>
                  <a:spcPct val="123749"/>
                </a:lnSpc>
                <a:spcBef>
                  <a:spcPts val="95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endParaRPr>
            </a:p>
          </p:txBody>
        </p:sp>
      </p:grpSp>
      <p:sp>
        <p:nvSpPr>
          <p:cNvPr id="109" name="Google Shape;109;p8"/>
          <p:cNvSpPr/>
          <p:nvPr/>
        </p:nvSpPr>
        <p:spPr>
          <a:xfrm>
            <a:off x="8012625" y="4093869"/>
            <a:ext cx="10620900" cy="36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45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Алгоритм управления детектором радиации на малом спутнике для проведения измерений во внешнем радиационном поясе в последние дни </a:t>
            </a:r>
            <a:r>
              <a:rPr b="1" lang="ru-RU" sz="45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полета</a:t>
            </a:r>
            <a:endParaRPr b="1" sz="45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0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Выполнила команда участников под руководством специалистов НИИЯФ МГУ</a:t>
            </a:r>
            <a:endParaRPr sz="40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10" name="Google Shape;110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9106" y="3576390"/>
            <a:ext cx="6857386" cy="439773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Изображение выглядит как текст, Шрифт, Графика, снимок экрана&#10;&#10;AI-generated content may be incorrect." id="111" name="Google Shape;111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852205" y="1713359"/>
            <a:ext cx="10513162" cy="8123805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8"/>
          <p:cNvSpPr txBox="1"/>
          <p:nvPr/>
        </p:nvSpPr>
        <p:spPr>
          <a:xfrm>
            <a:off x="9358850" y="-3420775"/>
            <a:ext cx="2019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8"/>
          <p:cNvSpPr txBox="1"/>
          <p:nvPr>
            <p:ph idx="12" type="sldNum"/>
          </p:nvPr>
        </p:nvSpPr>
        <p:spPr>
          <a:xfrm>
            <a:off x="14474953" y="10517696"/>
            <a:ext cx="46239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9"/>
          <p:cNvPicPr preferRelativeResize="0"/>
          <p:nvPr/>
        </p:nvPicPr>
        <p:blipFill rotWithShape="1">
          <a:blip r:embed="rId3">
            <a:alphaModFix/>
          </a:blip>
          <a:srcRect b="8413" l="0" r="0" t="0"/>
          <a:stretch/>
        </p:blipFill>
        <p:spPr>
          <a:xfrm>
            <a:off x="9404349" y="12665558"/>
            <a:ext cx="6757586" cy="691101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9" name="Google Shape;119;p9"/>
          <p:cNvGrpSpPr/>
          <p:nvPr/>
        </p:nvGrpSpPr>
        <p:grpSpPr>
          <a:xfrm>
            <a:off x="900697" y="2161897"/>
            <a:ext cx="8292622" cy="4438913"/>
            <a:chOff x="2151465" y="2171958"/>
            <a:chExt cx="7645083" cy="3476592"/>
          </a:xfrm>
        </p:grpSpPr>
        <p:sp>
          <p:nvSpPr>
            <p:cNvPr id="120" name="Google Shape;120;p9"/>
            <p:cNvSpPr/>
            <p:nvPr/>
          </p:nvSpPr>
          <p:spPr>
            <a:xfrm>
              <a:off x="2151465" y="2362924"/>
              <a:ext cx="7645083" cy="3285626"/>
            </a:xfrm>
            <a:custGeom>
              <a:rect b="b" l="l" r="r" t="t"/>
              <a:pathLst>
                <a:path extrusionOk="0" h="5014910" w="6941739">
                  <a:moveTo>
                    <a:pt x="0" y="614362"/>
                  </a:moveTo>
                  <a:lnTo>
                    <a:pt x="3050398" y="0"/>
                  </a:lnTo>
                  <a:lnTo>
                    <a:pt x="6941739" y="214312"/>
                  </a:lnTo>
                  <a:lnTo>
                    <a:pt x="6813152" y="4800598"/>
                  </a:lnTo>
                  <a:lnTo>
                    <a:pt x="250049" y="5014910"/>
                  </a:lnTo>
                  <a:lnTo>
                    <a:pt x="0" y="614362"/>
                  </a:lnTo>
                  <a:close/>
                </a:path>
              </a:pathLst>
            </a:custGeom>
            <a:noFill/>
            <a:ln cap="flat" cmpd="sng" w="82650">
              <a:solidFill>
                <a:srgbClr val="65137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9575" lIns="99175" spcFirstLastPara="1" rIns="99175" wrap="square" tIns="495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52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" name="Google Shape;121;p9"/>
            <p:cNvSpPr/>
            <p:nvPr/>
          </p:nvSpPr>
          <p:spPr>
            <a:xfrm>
              <a:off x="2736851" y="2171958"/>
              <a:ext cx="3886200" cy="611705"/>
            </a:xfrm>
            <a:custGeom>
              <a:rect b="b" l="l" r="r" t="t"/>
              <a:pathLst>
                <a:path extrusionOk="0" h="260985" w="3549015">
                  <a:moveTo>
                    <a:pt x="3548928" y="0"/>
                  </a:moveTo>
                  <a:lnTo>
                    <a:pt x="0" y="0"/>
                  </a:lnTo>
                  <a:lnTo>
                    <a:pt x="0" y="260536"/>
                  </a:lnTo>
                  <a:lnTo>
                    <a:pt x="3548928" y="260536"/>
                  </a:lnTo>
                  <a:lnTo>
                    <a:pt x="354892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5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2" name="Google Shape;122;p9"/>
          <p:cNvSpPr txBox="1"/>
          <p:nvPr/>
        </p:nvSpPr>
        <p:spPr>
          <a:xfrm>
            <a:off x="2249906" y="2110588"/>
            <a:ext cx="3752700" cy="2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23" name="Google Shape;123;p9"/>
          <p:cNvSpPr txBox="1"/>
          <p:nvPr/>
        </p:nvSpPr>
        <p:spPr>
          <a:xfrm>
            <a:off x="1286256" y="3067625"/>
            <a:ext cx="7549500" cy="35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-406400" lvl="0" marL="45720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ubik"/>
              <a:buChar char="●"/>
            </a:pPr>
            <a:r>
              <a:rPr lang="ru-RU" sz="28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Создние методики проведения исследований потоков радиации на тех орбитах, где практически </a:t>
            </a:r>
            <a:r>
              <a:rPr b="1" lang="ru-RU" sz="28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не проводилось аналогичных измерений</a:t>
            </a:r>
            <a:endParaRPr b="1" sz="28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406400" lvl="0" marL="45720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ubik"/>
              <a:buChar char="●"/>
            </a:pPr>
            <a:r>
              <a:rPr lang="ru-RU" sz="28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Результаты работы над проектом будут использованы для </a:t>
            </a:r>
            <a:r>
              <a:rPr b="1" lang="ru-RU" sz="28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управления спутником </a:t>
            </a:r>
            <a:r>
              <a:rPr lang="ru-RU" sz="28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ArcticSat-1</a:t>
            </a:r>
            <a:endParaRPr sz="28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24" name="Google Shape;124;p9"/>
          <p:cNvSpPr/>
          <p:nvPr/>
        </p:nvSpPr>
        <p:spPr>
          <a:xfrm>
            <a:off x="2999767" y="10476904"/>
            <a:ext cx="15674100" cy="13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65137B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25" name="Google Shape;125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10749000"/>
            <a:ext cx="24277800" cy="800399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9"/>
          <p:cNvSpPr/>
          <p:nvPr/>
        </p:nvSpPr>
        <p:spPr>
          <a:xfrm rot="-9983689">
            <a:off x="5537678" y="12520146"/>
            <a:ext cx="7171285" cy="7201817"/>
          </a:xfrm>
          <a:custGeom>
            <a:rect b="b" l="l" r="r" t="t"/>
            <a:pathLst>
              <a:path extrusionOk="0" h="5034874" w="7414954">
                <a:moveTo>
                  <a:pt x="0" y="784057"/>
                </a:moveTo>
                <a:lnTo>
                  <a:pt x="2739852" y="0"/>
                </a:lnTo>
                <a:lnTo>
                  <a:pt x="7414954" y="513775"/>
                </a:lnTo>
                <a:lnTo>
                  <a:pt x="7079336" y="4650868"/>
                </a:lnTo>
                <a:lnTo>
                  <a:pt x="486657" y="5034874"/>
                </a:lnTo>
                <a:lnTo>
                  <a:pt x="0" y="784057"/>
                </a:lnTo>
                <a:close/>
              </a:path>
            </a:pathLst>
          </a:custGeom>
          <a:noFill/>
          <a:ln cap="flat" cmpd="sng" w="1270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9"/>
          <p:cNvSpPr txBox="1"/>
          <p:nvPr/>
        </p:nvSpPr>
        <p:spPr>
          <a:xfrm>
            <a:off x="15864710" y="825415"/>
            <a:ext cx="2569340" cy="2660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65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Дата</a:t>
            </a:r>
            <a:endParaRPr b="1" sz="165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28" name="Google Shape;128;p9"/>
          <p:cNvPicPr preferRelativeResize="0"/>
          <p:nvPr/>
        </p:nvPicPr>
        <p:blipFill rotWithShape="1">
          <a:blip r:embed="rId5">
            <a:alphaModFix/>
          </a:blip>
          <a:srcRect b="3854" l="15350" r="25588" t="0"/>
          <a:stretch/>
        </p:blipFill>
        <p:spPr>
          <a:xfrm>
            <a:off x="2562612" y="12665548"/>
            <a:ext cx="3439989" cy="3153598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29" name="Google Shape;129;p9"/>
          <p:cNvSpPr txBox="1"/>
          <p:nvPr/>
        </p:nvSpPr>
        <p:spPr>
          <a:xfrm>
            <a:off x="900700" y="675500"/>
            <a:ext cx="145755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4500">
                <a:solidFill>
                  <a:srgbClr val="65137B"/>
                </a:solidFill>
                <a:latin typeface="Oswald"/>
                <a:ea typeface="Oswald"/>
                <a:cs typeface="Oswald"/>
                <a:sym typeface="Oswald"/>
              </a:rPr>
              <a:t>Введение</a:t>
            </a:r>
            <a:endParaRPr sz="4500">
              <a:solidFill>
                <a:srgbClr val="65137B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30" name="Google Shape;130;p9"/>
          <p:cNvSpPr txBox="1"/>
          <p:nvPr/>
        </p:nvSpPr>
        <p:spPr>
          <a:xfrm>
            <a:off x="15864700" y="6647675"/>
            <a:ext cx="1065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9"/>
          <p:cNvSpPr txBox="1"/>
          <p:nvPr/>
        </p:nvSpPr>
        <p:spPr>
          <a:xfrm>
            <a:off x="6579250" y="2161900"/>
            <a:ext cx="330600" cy="1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9"/>
          <p:cNvSpPr txBox="1"/>
          <p:nvPr/>
        </p:nvSpPr>
        <p:spPr>
          <a:xfrm rot="-261929">
            <a:off x="1479119" y="2087255"/>
            <a:ext cx="4761013" cy="8003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000">
                <a:solidFill>
                  <a:srgbClr val="65137B"/>
                </a:solidFill>
                <a:latin typeface="Oswald"/>
                <a:ea typeface="Oswald"/>
                <a:cs typeface="Oswald"/>
                <a:sym typeface="Oswald"/>
              </a:rPr>
              <a:t>Актуальность проекта</a:t>
            </a:r>
            <a:endParaRPr sz="4000"/>
          </a:p>
        </p:txBody>
      </p:sp>
      <p:pic>
        <p:nvPicPr>
          <p:cNvPr id="133" name="Google Shape;133;p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030775" y="2350609"/>
            <a:ext cx="3504726" cy="262855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4" name="Google Shape;134;p9"/>
          <p:cNvGrpSpPr/>
          <p:nvPr/>
        </p:nvGrpSpPr>
        <p:grpSpPr>
          <a:xfrm>
            <a:off x="9863425" y="976839"/>
            <a:ext cx="9315557" cy="8656022"/>
            <a:chOff x="-3937119" y="2720546"/>
            <a:chExt cx="7653267" cy="3284768"/>
          </a:xfrm>
        </p:grpSpPr>
        <p:sp>
          <p:nvSpPr>
            <p:cNvPr id="135" name="Google Shape;135;p9"/>
            <p:cNvSpPr/>
            <p:nvPr/>
          </p:nvSpPr>
          <p:spPr>
            <a:xfrm>
              <a:off x="-3937119" y="2720549"/>
              <a:ext cx="7653267" cy="3284766"/>
            </a:xfrm>
            <a:custGeom>
              <a:rect b="b" l="l" r="r" t="t"/>
              <a:pathLst>
                <a:path extrusionOk="0" h="5014910" w="6941739">
                  <a:moveTo>
                    <a:pt x="0" y="614362"/>
                  </a:moveTo>
                  <a:lnTo>
                    <a:pt x="3050398" y="0"/>
                  </a:lnTo>
                  <a:lnTo>
                    <a:pt x="6941739" y="214312"/>
                  </a:lnTo>
                  <a:lnTo>
                    <a:pt x="6813152" y="4800598"/>
                  </a:lnTo>
                  <a:lnTo>
                    <a:pt x="250049" y="5014910"/>
                  </a:lnTo>
                  <a:lnTo>
                    <a:pt x="0" y="614362"/>
                  </a:lnTo>
                  <a:close/>
                </a:path>
              </a:pathLst>
            </a:custGeom>
            <a:noFill/>
            <a:ln cap="flat" cmpd="sng" w="92750">
              <a:solidFill>
                <a:srgbClr val="65137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55625" lIns="111275" spcFirstLastPara="1" rIns="111275" wrap="square" tIns="556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9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" name="Google Shape;136;p9"/>
            <p:cNvSpPr/>
            <p:nvPr/>
          </p:nvSpPr>
          <p:spPr>
            <a:xfrm rot="-390661">
              <a:off x="-2889254" y="2796052"/>
              <a:ext cx="1643145" cy="296296"/>
            </a:xfrm>
            <a:custGeom>
              <a:rect b="b" l="l" r="r" t="t"/>
              <a:pathLst>
                <a:path extrusionOk="0" h="260985" w="3549015">
                  <a:moveTo>
                    <a:pt x="3548928" y="0"/>
                  </a:moveTo>
                  <a:lnTo>
                    <a:pt x="0" y="0"/>
                  </a:lnTo>
                  <a:lnTo>
                    <a:pt x="0" y="260536"/>
                  </a:lnTo>
                  <a:lnTo>
                    <a:pt x="3548928" y="260536"/>
                  </a:lnTo>
                  <a:lnTo>
                    <a:pt x="354892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34"/>
                <a:buFont typeface="Arial"/>
                <a:buNone/>
              </a:pPr>
              <a:r>
                <a:rPr lang="ru-RU" sz="4000">
                  <a:solidFill>
                    <a:srgbClr val="65137B"/>
                  </a:solidFill>
                  <a:latin typeface="Oswald"/>
                  <a:ea typeface="Oswald"/>
                  <a:cs typeface="Oswald"/>
                  <a:sym typeface="Oswald"/>
                </a:rPr>
                <a:t>ArcticSat-1</a:t>
              </a:r>
              <a:endParaRPr b="1" sz="4000">
                <a:solidFill>
                  <a:srgbClr val="1746C1"/>
                </a:solidFill>
                <a:highlight>
                  <a:srgbClr val="FFFFFF"/>
                </a:highlight>
              </a:endParaRPr>
            </a:p>
            <a:p>
              <a:pPr indent="0" lvl="0" marL="0" marR="0" rtl="0" algn="l">
                <a:spcBef>
                  <a:spcPts val="1347"/>
                </a:spcBef>
                <a:spcAft>
                  <a:spcPts val="0"/>
                </a:spcAft>
                <a:buNone/>
              </a:pPr>
              <a:r>
                <a:t/>
              </a:r>
              <a:endParaRPr sz="219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37" name="Google Shape;137;p9"/>
          <p:cNvPicPr preferRelativeResize="0"/>
          <p:nvPr/>
        </p:nvPicPr>
        <p:blipFill rotWithShape="1">
          <a:blip r:embed="rId5">
            <a:alphaModFix/>
          </a:blip>
          <a:srcRect b="3855" l="15351" r="25586" t="0"/>
          <a:stretch/>
        </p:blipFill>
        <p:spPr>
          <a:xfrm>
            <a:off x="14921175" y="4077874"/>
            <a:ext cx="3752699" cy="3440266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38" name="Google Shape;138;p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1323600" y="6027468"/>
            <a:ext cx="2919076" cy="2919076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9"/>
          <p:cNvSpPr txBox="1"/>
          <p:nvPr/>
        </p:nvSpPr>
        <p:spPr>
          <a:xfrm>
            <a:off x="14921175" y="7518150"/>
            <a:ext cx="3752700" cy="9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364">
                <a:solidFill>
                  <a:srgbClr val="65137B"/>
                </a:solidFill>
                <a:latin typeface="Oswald"/>
                <a:ea typeface="Oswald"/>
                <a:cs typeface="Oswald"/>
                <a:sym typeface="Oswald"/>
              </a:rPr>
              <a:t>Д</a:t>
            </a:r>
            <a:r>
              <a:rPr lang="ru-RU" sz="2364">
                <a:solidFill>
                  <a:srgbClr val="65137B"/>
                </a:solidFill>
                <a:latin typeface="Oswald"/>
                <a:ea typeface="Oswald"/>
                <a:cs typeface="Oswald"/>
                <a:sym typeface="Oswald"/>
              </a:rPr>
              <a:t>етектор космической радиации ДеКоР-2</a:t>
            </a:r>
            <a:endParaRPr sz="2364">
              <a:solidFill>
                <a:srgbClr val="65137B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40" name="Google Shape;140;p9"/>
          <p:cNvSpPr txBox="1"/>
          <p:nvPr/>
        </p:nvSpPr>
        <p:spPr>
          <a:xfrm>
            <a:off x="10899425" y="8946538"/>
            <a:ext cx="64065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364">
                <a:solidFill>
                  <a:srgbClr val="65137B"/>
                </a:solidFill>
                <a:latin typeface="Oswald"/>
                <a:ea typeface="Oswald"/>
                <a:cs typeface="Oswald"/>
                <a:sym typeface="Oswald"/>
              </a:rPr>
              <a:t>Эмблема космической миссии МКА ArcticSat-1</a:t>
            </a:r>
            <a:endParaRPr/>
          </a:p>
        </p:txBody>
      </p:sp>
      <p:sp>
        <p:nvSpPr>
          <p:cNvPr id="141" name="Google Shape;141;p9"/>
          <p:cNvSpPr txBox="1"/>
          <p:nvPr/>
        </p:nvSpPr>
        <p:spPr>
          <a:xfrm>
            <a:off x="11030775" y="4973763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ru-RU" sz="2364">
                <a:solidFill>
                  <a:srgbClr val="65137B"/>
                </a:solidFill>
                <a:latin typeface="Oswald"/>
                <a:ea typeface="Oswald"/>
                <a:cs typeface="Oswald"/>
                <a:sym typeface="Oswald"/>
              </a:rPr>
              <a:t>ArcticSat</a:t>
            </a:r>
            <a:r>
              <a:rPr lang="ru-RU" sz="28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-1</a:t>
            </a:r>
            <a:endParaRPr/>
          </a:p>
        </p:txBody>
      </p:sp>
      <p:sp>
        <p:nvSpPr>
          <p:cNvPr id="142" name="Google Shape;142;p9"/>
          <p:cNvSpPr txBox="1"/>
          <p:nvPr>
            <p:ph idx="12" type="sldNum"/>
          </p:nvPr>
        </p:nvSpPr>
        <p:spPr>
          <a:xfrm>
            <a:off x="19439703" y="10748996"/>
            <a:ext cx="4623900" cy="461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 sz="3000"/>
              <a:t>‹#›</a:t>
            </a:fld>
            <a:endParaRPr sz="3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10"/>
          <p:cNvPicPr preferRelativeResize="0"/>
          <p:nvPr/>
        </p:nvPicPr>
        <p:blipFill rotWithShape="1">
          <a:blip r:embed="rId3">
            <a:alphaModFix/>
          </a:blip>
          <a:srcRect b="8417" l="0" r="0" t="0"/>
          <a:stretch/>
        </p:blipFill>
        <p:spPr>
          <a:xfrm>
            <a:off x="13457975" y="2315488"/>
            <a:ext cx="5786275" cy="6369174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0"/>
          <p:cNvSpPr txBox="1"/>
          <p:nvPr/>
        </p:nvSpPr>
        <p:spPr>
          <a:xfrm>
            <a:off x="2249906" y="2059288"/>
            <a:ext cx="3752700" cy="2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49" name="Google Shape;149;p10"/>
          <p:cNvSpPr txBox="1"/>
          <p:nvPr/>
        </p:nvSpPr>
        <p:spPr>
          <a:xfrm>
            <a:off x="1946831" y="3038850"/>
            <a:ext cx="10262100" cy="47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45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Ц</a:t>
            </a:r>
            <a:r>
              <a:rPr b="1" lang="ru-RU" sz="36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ель</a:t>
            </a:r>
            <a:r>
              <a:rPr lang="ru-RU" sz="36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: Проработать а</a:t>
            </a:r>
            <a:r>
              <a:rPr lang="ru-RU" sz="36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лгоритм управления детектором радиации на малом спутнике для проведения измерений во внешнем радиационном поясе в последние дни полета</a:t>
            </a:r>
            <a:endParaRPr sz="36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36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Задачи:</a:t>
            </a:r>
            <a:endParaRPr sz="36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swald"/>
              <a:buAutoNum type="arabicPeriod"/>
            </a:pPr>
            <a:r>
              <a:rPr b="1" lang="ru-RU" sz="36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Проанализировать используемые циклограммы</a:t>
            </a:r>
            <a:endParaRPr b="1" sz="36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swald"/>
              <a:buAutoNum type="arabicPeriod"/>
            </a:pPr>
            <a:r>
              <a:rPr b="1" lang="ru-RU" sz="36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Рассчитать объём данных </a:t>
            </a:r>
            <a:endParaRPr b="1" sz="36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swald"/>
              <a:buAutoNum type="arabicPeriod"/>
            </a:pPr>
            <a:r>
              <a:rPr b="1" lang="ru-RU" sz="36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Разработать итоговую циклограмму</a:t>
            </a:r>
            <a:endParaRPr b="1" sz="36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5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50" name="Google Shape;150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10646150"/>
            <a:ext cx="29571869" cy="974938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0"/>
          <p:cNvSpPr/>
          <p:nvPr/>
        </p:nvSpPr>
        <p:spPr>
          <a:xfrm rot="-9983689">
            <a:off x="5537678" y="12520146"/>
            <a:ext cx="7171285" cy="7201817"/>
          </a:xfrm>
          <a:custGeom>
            <a:rect b="b" l="l" r="r" t="t"/>
            <a:pathLst>
              <a:path extrusionOk="0" h="5034874" w="7414954">
                <a:moveTo>
                  <a:pt x="0" y="784057"/>
                </a:moveTo>
                <a:lnTo>
                  <a:pt x="2739852" y="0"/>
                </a:lnTo>
                <a:lnTo>
                  <a:pt x="7414954" y="513775"/>
                </a:lnTo>
                <a:lnTo>
                  <a:pt x="7079336" y="4650868"/>
                </a:lnTo>
                <a:lnTo>
                  <a:pt x="486657" y="5034874"/>
                </a:lnTo>
                <a:lnTo>
                  <a:pt x="0" y="784057"/>
                </a:lnTo>
                <a:close/>
              </a:path>
            </a:pathLst>
          </a:custGeom>
          <a:noFill/>
          <a:ln cap="flat" cmpd="sng" w="1270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0"/>
          <p:cNvSpPr txBox="1"/>
          <p:nvPr/>
        </p:nvSpPr>
        <p:spPr>
          <a:xfrm>
            <a:off x="15864710" y="825415"/>
            <a:ext cx="2569200" cy="2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65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Дата</a:t>
            </a:r>
            <a:endParaRPr b="1" sz="165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3" name="Google Shape;153;p10"/>
          <p:cNvSpPr txBox="1"/>
          <p:nvPr/>
        </p:nvSpPr>
        <p:spPr>
          <a:xfrm>
            <a:off x="0" y="0"/>
            <a:ext cx="14575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54" name="Google Shape;154;p10"/>
          <p:cNvSpPr txBox="1"/>
          <p:nvPr/>
        </p:nvSpPr>
        <p:spPr>
          <a:xfrm>
            <a:off x="6579250" y="2161900"/>
            <a:ext cx="330600" cy="1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0"/>
          <p:cNvSpPr/>
          <p:nvPr/>
        </p:nvSpPr>
        <p:spPr>
          <a:xfrm>
            <a:off x="1208116" y="1580937"/>
            <a:ext cx="11453869" cy="7259082"/>
          </a:xfrm>
          <a:custGeom>
            <a:rect b="b" l="l" r="r" t="t"/>
            <a:pathLst>
              <a:path extrusionOk="0" h="5014910" w="6941739">
                <a:moveTo>
                  <a:pt x="0" y="614362"/>
                </a:moveTo>
                <a:lnTo>
                  <a:pt x="3050398" y="0"/>
                </a:lnTo>
                <a:lnTo>
                  <a:pt x="6941739" y="214312"/>
                </a:lnTo>
                <a:lnTo>
                  <a:pt x="6813152" y="4800598"/>
                </a:lnTo>
                <a:lnTo>
                  <a:pt x="250049" y="5014910"/>
                </a:lnTo>
                <a:lnTo>
                  <a:pt x="0" y="614362"/>
                </a:lnTo>
                <a:close/>
              </a:path>
            </a:pathLst>
          </a:custGeom>
          <a:noFill/>
          <a:ln cap="flat" cmpd="sng" w="177150">
            <a:solidFill>
              <a:srgbClr val="65137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106250" lIns="212575" spcFirstLastPara="1" rIns="212575" wrap="square" tIns="106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185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0"/>
          <p:cNvSpPr/>
          <p:nvPr/>
        </p:nvSpPr>
        <p:spPr>
          <a:xfrm rot="-437158">
            <a:off x="2958062" y="1715024"/>
            <a:ext cx="1958903" cy="779193"/>
          </a:xfrm>
          <a:custGeom>
            <a:rect b="b" l="l" r="r" t="t"/>
            <a:pathLst>
              <a:path extrusionOk="0" h="260985" w="3549015">
                <a:moveTo>
                  <a:pt x="3548928" y="0"/>
                </a:moveTo>
                <a:lnTo>
                  <a:pt x="0" y="0"/>
                </a:lnTo>
                <a:lnTo>
                  <a:pt x="0" y="260536"/>
                </a:lnTo>
                <a:lnTo>
                  <a:pt x="3548928" y="260536"/>
                </a:lnTo>
                <a:lnTo>
                  <a:pt x="3548928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000">
                <a:solidFill>
                  <a:srgbClr val="65137B"/>
                </a:solidFill>
                <a:latin typeface="Oswald"/>
                <a:ea typeface="Oswald"/>
                <a:cs typeface="Oswald"/>
                <a:sym typeface="Oswald"/>
              </a:rPr>
              <a:t>Введение</a:t>
            </a:r>
            <a:endParaRPr sz="4000">
              <a:solidFill>
                <a:srgbClr val="65137B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57" name="Google Shape;157;p10"/>
          <p:cNvSpPr txBox="1"/>
          <p:nvPr>
            <p:ph idx="12" type="sldNum"/>
          </p:nvPr>
        </p:nvSpPr>
        <p:spPr>
          <a:xfrm>
            <a:off x="20515175" y="10646151"/>
            <a:ext cx="4290300" cy="461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 sz="3000"/>
              <a:t>‹#›</a:t>
            </a:fld>
            <a:endParaRPr sz="3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1"/>
          <p:cNvSpPr/>
          <p:nvPr/>
        </p:nvSpPr>
        <p:spPr>
          <a:xfrm>
            <a:off x="1198729" y="886716"/>
            <a:ext cx="15674100" cy="13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ru-RU" sz="4500">
                <a:solidFill>
                  <a:srgbClr val="65137B"/>
                </a:solidFill>
                <a:latin typeface="Oswald"/>
                <a:ea typeface="Oswald"/>
                <a:cs typeface="Oswald"/>
                <a:sym typeface="Oswald"/>
              </a:rPr>
              <a:t>Анализ используемых циклограмм.</a:t>
            </a:r>
            <a:endParaRPr sz="4500">
              <a:solidFill>
                <a:srgbClr val="65137B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63" name="Google Shape;16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0646161"/>
            <a:ext cx="20104099" cy="662793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1"/>
          <p:cNvSpPr txBox="1"/>
          <p:nvPr/>
        </p:nvSpPr>
        <p:spPr>
          <a:xfrm>
            <a:off x="5052635" y="1298978"/>
            <a:ext cx="2569200" cy="2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5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5" name="Google Shape;165;p11"/>
          <p:cNvSpPr/>
          <p:nvPr/>
        </p:nvSpPr>
        <p:spPr>
          <a:xfrm rot="10793464">
            <a:off x="554125" y="6472445"/>
            <a:ext cx="19501364" cy="3977550"/>
          </a:xfrm>
          <a:custGeom>
            <a:rect b="b" l="l" r="r" t="t"/>
            <a:pathLst>
              <a:path extrusionOk="0" h="5034874" w="7414954">
                <a:moveTo>
                  <a:pt x="0" y="784057"/>
                </a:moveTo>
                <a:lnTo>
                  <a:pt x="2739852" y="0"/>
                </a:lnTo>
                <a:lnTo>
                  <a:pt x="7414954" y="513775"/>
                </a:lnTo>
                <a:lnTo>
                  <a:pt x="7079336" y="4650868"/>
                </a:lnTo>
                <a:lnTo>
                  <a:pt x="486657" y="5034874"/>
                </a:lnTo>
                <a:lnTo>
                  <a:pt x="0" y="784057"/>
                </a:lnTo>
                <a:close/>
              </a:path>
            </a:pathLst>
          </a:custGeom>
          <a:noFill/>
          <a:ln cap="flat" cmpd="sng" w="127000">
            <a:solidFill>
              <a:srgbClr val="F5DD9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1"/>
          <p:cNvSpPr txBox="1"/>
          <p:nvPr/>
        </p:nvSpPr>
        <p:spPr>
          <a:xfrm>
            <a:off x="1198725" y="1679975"/>
            <a:ext cx="8315100" cy="35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127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3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С помощью базы данных НИИЯФ МГУ проверяем надёжность привязки измерений к полярным шапкам.</a:t>
            </a:r>
            <a:endParaRPr sz="33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12700" marR="0" rtl="0" algn="l">
              <a:lnSpc>
                <a:spcPct val="110000"/>
              </a:lnSpc>
              <a:spcBef>
                <a:spcPts val="95"/>
              </a:spcBef>
              <a:spcAft>
                <a:spcPts val="0"/>
              </a:spcAft>
              <a:buNone/>
            </a:pPr>
            <a:r>
              <a:t/>
            </a:r>
            <a:endParaRPr sz="330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0" lvl="0" marL="12700" rtl="0" algn="l">
              <a:lnSpc>
                <a:spcPct val="141428"/>
              </a:lnSpc>
              <a:spcBef>
                <a:spcPts val="95"/>
              </a:spcBef>
              <a:spcAft>
                <a:spcPts val="0"/>
              </a:spcAft>
              <a:buNone/>
            </a:pPr>
            <a:r>
              <a:t/>
            </a:r>
            <a:endParaRPr b="1" sz="330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0" lvl="0" marL="12700" marR="0" rtl="0" algn="l">
              <a:lnSpc>
                <a:spcPct val="110000"/>
              </a:lnSpc>
              <a:spcBef>
                <a:spcPts val="95"/>
              </a:spcBef>
              <a:spcAft>
                <a:spcPts val="0"/>
              </a:spcAft>
              <a:buNone/>
            </a:pPr>
            <a:r>
              <a:t/>
            </a:r>
            <a:endParaRPr b="1" sz="330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67" name="Google Shape;167;p11"/>
          <p:cNvSpPr/>
          <p:nvPr/>
        </p:nvSpPr>
        <p:spPr>
          <a:xfrm rot="-10619909">
            <a:off x="9844300" y="-42424"/>
            <a:ext cx="9912562" cy="6063967"/>
          </a:xfrm>
          <a:custGeom>
            <a:rect b="b" l="l" r="r" t="t"/>
            <a:pathLst>
              <a:path extrusionOk="0" h="5034874" w="7414954">
                <a:moveTo>
                  <a:pt x="0" y="784057"/>
                </a:moveTo>
                <a:lnTo>
                  <a:pt x="2739852" y="0"/>
                </a:lnTo>
                <a:lnTo>
                  <a:pt x="7414954" y="513775"/>
                </a:lnTo>
                <a:lnTo>
                  <a:pt x="7079336" y="4650868"/>
                </a:lnTo>
                <a:lnTo>
                  <a:pt x="486657" y="5034874"/>
                </a:lnTo>
                <a:lnTo>
                  <a:pt x="0" y="784057"/>
                </a:lnTo>
                <a:close/>
              </a:path>
            </a:pathLst>
          </a:custGeom>
          <a:noFill/>
          <a:ln cap="flat" cmpd="sng" w="127000">
            <a:solidFill>
              <a:srgbClr val="F5DD9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8" name="Google Shape;168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510813" y="323790"/>
            <a:ext cx="8557725" cy="346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450850" y="4051738"/>
            <a:ext cx="3900662" cy="1344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1"/>
          <p:cNvPicPr preferRelativeResize="0"/>
          <p:nvPr/>
        </p:nvPicPr>
        <p:blipFill rotWithShape="1">
          <a:blip r:embed="rId6">
            <a:alphaModFix/>
          </a:blip>
          <a:srcRect b="-123370" l="69580" r="-69580" t="123370"/>
          <a:stretch/>
        </p:blipFill>
        <p:spPr>
          <a:xfrm rot="2">
            <a:off x="2268395" y="6790206"/>
            <a:ext cx="16124060" cy="2727866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1"/>
          <p:cNvSpPr txBox="1"/>
          <p:nvPr/>
        </p:nvSpPr>
        <p:spPr>
          <a:xfrm>
            <a:off x="1742724" y="9666250"/>
            <a:ext cx="8046000" cy="26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364">
                <a:solidFill>
                  <a:srgbClr val="65137B"/>
                </a:solidFill>
                <a:latin typeface="Oswald"/>
                <a:ea typeface="Oswald"/>
                <a:cs typeface="Oswald"/>
                <a:sym typeface="Oswald"/>
              </a:rPr>
              <a:t>Адрес базы данных swx.sinp.msu.ru</a:t>
            </a:r>
            <a:endParaRPr sz="2364">
              <a:solidFill>
                <a:srgbClr val="65137B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72" name="Google Shape;172;p11"/>
          <p:cNvSpPr txBox="1"/>
          <p:nvPr>
            <p:ph idx="12" type="sldNum"/>
          </p:nvPr>
        </p:nvSpPr>
        <p:spPr>
          <a:xfrm>
            <a:off x="15431578" y="10746696"/>
            <a:ext cx="4623900" cy="461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 sz="3000"/>
              <a:t>‹#›</a:t>
            </a:fld>
            <a:endParaRPr sz="3000"/>
          </a:p>
        </p:txBody>
      </p:sp>
      <p:pic>
        <p:nvPicPr>
          <p:cNvPr id="173" name="Google Shape;173;p1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636700" y="6968100"/>
            <a:ext cx="16830675" cy="2594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2"/>
          <p:cNvSpPr/>
          <p:nvPr/>
        </p:nvSpPr>
        <p:spPr>
          <a:xfrm>
            <a:off x="9292128" y="286175"/>
            <a:ext cx="4431900" cy="13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65137B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79" name="Google Shape;17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0646161"/>
            <a:ext cx="20104099" cy="662793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2"/>
          <p:cNvSpPr txBox="1"/>
          <p:nvPr/>
        </p:nvSpPr>
        <p:spPr>
          <a:xfrm>
            <a:off x="15864710" y="825415"/>
            <a:ext cx="2569200" cy="2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65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Дата</a:t>
            </a:r>
            <a:endParaRPr b="1" sz="165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1" name="Google Shape;181;p12"/>
          <p:cNvSpPr/>
          <p:nvPr/>
        </p:nvSpPr>
        <p:spPr>
          <a:xfrm rot="-10614357">
            <a:off x="9598855" y="95473"/>
            <a:ext cx="10303268" cy="9932780"/>
          </a:xfrm>
          <a:custGeom>
            <a:rect b="b" l="l" r="r" t="t"/>
            <a:pathLst>
              <a:path extrusionOk="0" h="5034874" w="7414954">
                <a:moveTo>
                  <a:pt x="0" y="784057"/>
                </a:moveTo>
                <a:lnTo>
                  <a:pt x="2739852" y="0"/>
                </a:lnTo>
                <a:lnTo>
                  <a:pt x="7414954" y="513775"/>
                </a:lnTo>
                <a:lnTo>
                  <a:pt x="7079336" y="4650868"/>
                </a:lnTo>
                <a:lnTo>
                  <a:pt x="486657" y="5034874"/>
                </a:lnTo>
                <a:lnTo>
                  <a:pt x="0" y="784057"/>
                </a:lnTo>
                <a:close/>
              </a:path>
            </a:pathLst>
          </a:custGeom>
          <a:noFill/>
          <a:ln cap="flat" cmpd="sng" w="127000">
            <a:solidFill>
              <a:srgbClr val="F5DD9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2" name="Google Shape;182;p12" title="5433939163901269152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29800" y="1091525"/>
            <a:ext cx="8941501" cy="744735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3" name="Google Shape;183;p12"/>
          <p:cNvGrpSpPr/>
          <p:nvPr/>
        </p:nvGrpSpPr>
        <p:grpSpPr>
          <a:xfrm>
            <a:off x="823913" y="2362139"/>
            <a:ext cx="8095626" cy="2260106"/>
            <a:chOff x="2151465" y="2006469"/>
            <a:chExt cx="7653267" cy="3641221"/>
          </a:xfrm>
        </p:grpSpPr>
        <p:sp>
          <p:nvSpPr>
            <p:cNvPr id="184" name="Google Shape;184;p12"/>
            <p:cNvSpPr/>
            <p:nvPr/>
          </p:nvSpPr>
          <p:spPr>
            <a:xfrm>
              <a:off x="2151465" y="2362924"/>
              <a:ext cx="7653267" cy="3284766"/>
            </a:xfrm>
            <a:custGeom>
              <a:rect b="b" l="l" r="r" t="t"/>
              <a:pathLst>
                <a:path extrusionOk="0" h="5014910" w="6941739">
                  <a:moveTo>
                    <a:pt x="0" y="614362"/>
                  </a:moveTo>
                  <a:lnTo>
                    <a:pt x="3050398" y="0"/>
                  </a:lnTo>
                  <a:lnTo>
                    <a:pt x="6941739" y="214312"/>
                  </a:lnTo>
                  <a:lnTo>
                    <a:pt x="6813152" y="4800598"/>
                  </a:lnTo>
                  <a:lnTo>
                    <a:pt x="250049" y="5014910"/>
                  </a:lnTo>
                  <a:lnTo>
                    <a:pt x="0" y="614362"/>
                  </a:lnTo>
                  <a:close/>
                </a:path>
              </a:pathLst>
            </a:custGeom>
            <a:noFill/>
            <a:ln cap="flat" cmpd="sng" w="80600">
              <a:solidFill>
                <a:srgbClr val="65137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8350" lIns="96725" spcFirstLastPara="1" rIns="96725" wrap="square" tIns="483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4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" name="Google Shape;185;p12"/>
            <p:cNvSpPr/>
            <p:nvPr/>
          </p:nvSpPr>
          <p:spPr>
            <a:xfrm rot="-309513">
              <a:off x="2533390" y="2236953"/>
              <a:ext cx="5131365" cy="841429"/>
            </a:xfrm>
            <a:custGeom>
              <a:rect b="b" l="l" r="r" t="t"/>
              <a:pathLst>
                <a:path extrusionOk="0" h="260985" w="3549015">
                  <a:moveTo>
                    <a:pt x="3548928" y="0"/>
                  </a:moveTo>
                  <a:lnTo>
                    <a:pt x="0" y="0"/>
                  </a:lnTo>
                  <a:lnTo>
                    <a:pt x="0" y="260536"/>
                  </a:lnTo>
                  <a:lnTo>
                    <a:pt x="3548928" y="260536"/>
                  </a:lnTo>
                  <a:lnTo>
                    <a:pt x="354892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ru-RU" sz="4000">
                  <a:solidFill>
                    <a:srgbClr val="65137B"/>
                  </a:solidFill>
                  <a:latin typeface="Oswald"/>
                  <a:ea typeface="Oswald"/>
                  <a:cs typeface="Oswald"/>
                  <a:sym typeface="Oswald"/>
                </a:rPr>
                <a:t>Результат анализа данных</a:t>
              </a:r>
              <a:endParaRPr sz="4000">
                <a:solidFill>
                  <a:srgbClr val="65137B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</p:grpSp>
      <p:sp>
        <p:nvSpPr>
          <p:cNvPr id="186" name="Google Shape;186;p12"/>
          <p:cNvSpPr txBox="1"/>
          <p:nvPr/>
        </p:nvSpPr>
        <p:spPr>
          <a:xfrm>
            <a:off x="1225100" y="3246450"/>
            <a:ext cx="7781400" cy="26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ru-RU" sz="28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На графиках показаны интервалы времени, когда проводились измерения в 2025, 2026 году. </a:t>
            </a:r>
            <a:endParaRPr sz="28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ru-RU" sz="28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Измерения проводились севернее 60 гр. и южнее -60 гр..  </a:t>
            </a:r>
            <a:endParaRPr sz="28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8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87" name="Google Shape;187;p12"/>
          <p:cNvSpPr txBox="1"/>
          <p:nvPr/>
        </p:nvSpPr>
        <p:spPr>
          <a:xfrm>
            <a:off x="5983000" y="2362138"/>
            <a:ext cx="330600" cy="1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8" name="Google Shape;188;p12"/>
          <p:cNvPicPr preferRelativeResize="0"/>
          <p:nvPr/>
        </p:nvPicPr>
        <p:blipFill rotWithShape="1">
          <a:blip r:embed="rId5">
            <a:alphaModFix/>
          </a:blip>
          <a:srcRect b="1797" l="0" r="0" t="0"/>
          <a:stretch/>
        </p:blipFill>
        <p:spPr>
          <a:xfrm>
            <a:off x="976650" y="5144275"/>
            <a:ext cx="8290202" cy="4566074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2"/>
          <p:cNvSpPr txBox="1"/>
          <p:nvPr>
            <p:ph idx="12" type="sldNum"/>
          </p:nvPr>
        </p:nvSpPr>
        <p:spPr>
          <a:xfrm>
            <a:off x="15374553" y="10746696"/>
            <a:ext cx="4623900" cy="461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 sz="3000"/>
              <a:t>‹#›</a:t>
            </a:fld>
            <a:endParaRPr sz="3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3"/>
          <p:cNvSpPr/>
          <p:nvPr/>
        </p:nvSpPr>
        <p:spPr>
          <a:xfrm>
            <a:off x="9292128" y="286175"/>
            <a:ext cx="4431900" cy="13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65137B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95" name="Google Shape;19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0646161"/>
            <a:ext cx="20104100" cy="66279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6" name="Google Shape;196;p13"/>
          <p:cNvGrpSpPr/>
          <p:nvPr/>
        </p:nvGrpSpPr>
        <p:grpSpPr>
          <a:xfrm>
            <a:off x="898594" y="1668773"/>
            <a:ext cx="16194579" cy="7612623"/>
            <a:chOff x="2151465" y="2231907"/>
            <a:chExt cx="7645083" cy="3416643"/>
          </a:xfrm>
        </p:grpSpPr>
        <p:sp>
          <p:nvSpPr>
            <p:cNvPr id="197" name="Google Shape;197;p13"/>
            <p:cNvSpPr/>
            <p:nvPr/>
          </p:nvSpPr>
          <p:spPr>
            <a:xfrm>
              <a:off x="2151465" y="2362924"/>
              <a:ext cx="7645083" cy="3285626"/>
            </a:xfrm>
            <a:custGeom>
              <a:rect b="b" l="l" r="r" t="t"/>
              <a:pathLst>
                <a:path extrusionOk="0" h="5014910" w="6941739">
                  <a:moveTo>
                    <a:pt x="0" y="614362"/>
                  </a:moveTo>
                  <a:lnTo>
                    <a:pt x="3050398" y="0"/>
                  </a:lnTo>
                  <a:lnTo>
                    <a:pt x="6941739" y="214312"/>
                  </a:lnTo>
                  <a:lnTo>
                    <a:pt x="6813152" y="4800598"/>
                  </a:lnTo>
                  <a:lnTo>
                    <a:pt x="250049" y="5014910"/>
                  </a:lnTo>
                  <a:lnTo>
                    <a:pt x="0" y="614362"/>
                  </a:lnTo>
                  <a:close/>
                </a:path>
              </a:pathLst>
            </a:custGeom>
            <a:noFill/>
            <a:ln cap="flat" cmpd="sng" w="119750">
              <a:solidFill>
                <a:srgbClr val="65137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71825" lIns="143700" spcFirstLastPara="1" rIns="143700" wrap="square" tIns="718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29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" name="Google Shape;198;p13"/>
            <p:cNvSpPr/>
            <p:nvPr/>
          </p:nvSpPr>
          <p:spPr>
            <a:xfrm rot="-337478">
              <a:off x="2349736" y="2346359"/>
              <a:ext cx="2353682" cy="537452"/>
            </a:xfrm>
            <a:custGeom>
              <a:rect b="b" l="l" r="r" t="t"/>
              <a:pathLst>
                <a:path extrusionOk="0" h="260985" w="3549015">
                  <a:moveTo>
                    <a:pt x="3548928" y="0"/>
                  </a:moveTo>
                  <a:lnTo>
                    <a:pt x="0" y="0"/>
                  </a:lnTo>
                  <a:lnTo>
                    <a:pt x="0" y="260536"/>
                  </a:lnTo>
                  <a:lnTo>
                    <a:pt x="3548928" y="260536"/>
                  </a:lnTo>
                  <a:lnTo>
                    <a:pt x="354892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r>
                <a:rPr lang="ru-RU" sz="4429">
                  <a:solidFill>
                    <a:srgbClr val="65137B"/>
                  </a:solidFill>
                  <a:latin typeface="Oswald"/>
                  <a:ea typeface="Oswald"/>
                  <a:cs typeface="Oswald"/>
                  <a:sym typeface="Oswald"/>
                </a:rPr>
                <a:t>Планируемые области измерений</a:t>
              </a:r>
              <a:endParaRPr sz="4429">
                <a:solidFill>
                  <a:srgbClr val="65137B"/>
                </a:solidFill>
                <a:latin typeface="Oswald"/>
                <a:ea typeface="Oswald"/>
                <a:cs typeface="Oswald"/>
                <a:sym typeface="Oswald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2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9" name="Google Shape;199;p13"/>
          <p:cNvSpPr/>
          <p:nvPr/>
        </p:nvSpPr>
        <p:spPr>
          <a:xfrm rot="-9849884">
            <a:off x="14189909" y="1470006"/>
            <a:ext cx="5298872" cy="4172058"/>
          </a:xfrm>
          <a:custGeom>
            <a:rect b="b" l="l" r="r" t="t"/>
            <a:pathLst>
              <a:path extrusionOk="0" h="5034874" w="7414954">
                <a:moveTo>
                  <a:pt x="0" y="784057"/>
                </a:moveTo>
                <a:lnTo>
                  <a:pt x="2739852" y="0"/>
                </a:lnTo>
                <a:lnTo>
                  <a:pt x="7414954" y="513775"/>
                </a:lnTo>
                <a:lnTo>
                  <a:pt x="7079336" y="4650868"/>
                </a:lnTo>
                <a:lnTo>
                  <a:pt x="486657" y="5034874"/>
                </a:lnTo>
                <a:lnTo>
                  <a:pt x="0" y="784057"/>
                </a:lnTo>
                <a:close/>
              </a:path>
            </a:pathLst>
          </a:custGeom>
          <a:noFill/>
          <a:ln cap="flat" cmpd="sng" w="127000">
            <a:solidFill>
              <a:srgbClr val="F5DD9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3"/>
          <p:cNvSpPr txBox="1"/>
          <p:nvPr/>
        </p:nvSpPr>
        <p:spPr>
          <a:xfrm>
            <a:off x="1032537" y="3212510"/>
            <a:ext cx="94119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95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95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0" lvl="0" marL="12700" marR="0" rtl="0" algn="l">
              <a:lnSpc>
                <a:spcPct val="110000"/>
              </a:lnSpc>
              <a:spcBef>
                <a:spcPts val="95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201" name="Google Shape;201;p13"/>
          <p:cNvSpPr txBox="1"/>
          <p:nvPr/>
        </p:nvSpPr>
        <p:spPr>
          <a:xfrm>
            <a:off x="15864710" y="825415"/>
            <a:ext cx="2569340" cy="2660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65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Дата</a:t>
            </a:r>
            <a:endParaRPr b="1" sz="165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02" name="Google Shape;202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13475" y="3379175"/>
            <a:ext cx="9810861" cy="5518575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3"/>
          <p:cNvSpPr txBox="1"/>
          <p:nvPr>
            <p:ph idx="12" type="sldNum"/>
          </p:nvPr>
        </p:nvSpPr>
        <p:spPr>
          <a:xfrm>
            <a:off x="15353128" y="10746696"/>
            <a:ext cx="4623900" cy="461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 sz="3000"/>
              <a:t>‹#›</a:t>
            </a:fld>
            <a:endParaRPr sz="3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4"/>
          <p:cNvSpPr/>
          <p:nvPr/>
        </p:nvSpPr>
        <p:spPr>
          <a:xfrm>
            <a:off x="1137054" y="242066"/>
            <a:ext cx="15674100" cy="13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rgbClr val="65137B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500">
                <a:solidFill>
                  <a:srgbClr val="65137B"/>
                </a:solidFill>
                <a:latin typeface="Oswald"/>
                <a:ea typeface="Oswald"/>
                <a:cs typeface="Oswald"/>
                <a:sym typeface="Oswald"/>
              </a:rPr>
              <a:t>Расчет объема данных </a:t>
            </a:r>
            <a:endParaRPr sz="4500">
              <a:solidFill>
                <a:srgbClr val="65137B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209" name="Google Shape;20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0646161"/>
            <a:ext cx="20104099" cy="662793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14"/>
          <p:cNvSpPr txBox="1"/>
          <p:nvPr/>
        </p:nvSpPr>
        <p:spPr>
          <a:xfrm>
            <a:off x="1528824" y="1494068"/>
            <a:ext cx="5353500" cy="2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211" name="Google Shape;211;p14"/>
          <p:cNvSpPr txBox="1"/>
          <p:nvPr/>
        </p:nvSpPr>
        <p:spPr>
          <a:xfrm>
            <a:off x="1203625" y="2750774"/>
            <a:ext cx="9411900" cy="49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12700" marR="0" rtl="0" algn="l">
              <a:lnSpc>
                <a:spcPct val="110000"/>
              </a:lnSpc>
              <a:spcBef>
                <a:spcPts val="95"/>
              </a:spcBef>
              <a:spcAft>
                <a:spcPts val="0"/>
              </a:spcAft>
              <a:buNone/>
            </a:pPr>
            <a:r>
              <a:rPr b="1" lang="ru-RU" sz="29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1)</a:t>
            </a:r>
            <a:r>
              <a:rPr lang="ru-RU" sz="29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Сколько данных за виток будет собрано в приборе</a:t>
            </a:r>
            <a:endParaRPr sz="290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0" lvl="0" marL="12700" marR="0" rtl="0" algn="l">
              <a:lnSpc>
                <a:spcPct val="110000"/>
              </a:lnSpc>
              <a:spcBef>
                <a:spcPts val="95"/>
              </a:spcBef>
              <a:spcAft>
                <a:spcPts val="0"/>
              </a:spcAft>
              <a:buNone/>
            </a:pPr>
            <a:r>
              <a:rPr lang="ru-RU" sz="29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Время работы 45 минут (22.5 на юге , 22.5 на севере)</a:t>
            </a:r>
            <a:r>
              <a:rPr lang="ru-RU" sz="2500"/>
              <a:t> </a:t>
            </a:r>
            <a:endParaRPr sz="2900"/>
          </a:p>
          <a:p>
            <a:pPr indent="0" lvl="0" marL="12700" marR="0" rtl="0" algn="l">
              <a:lnSpc>
                <a:spcPct val="110000"/>
              </a:lnSpc>
              <a:spcBef>
                <a:spcPts val="95"/>
              </a:spcBef>
              <a:spcAft>
                <a:spcPts val="0"/>
              </a:spcAft>
              <a:buNone/>
            </a:pPr>
            <a:r>
              <a:rPr lang="ru-RU" sz="2900"/>
              <a:t>10 байт в секунду (4 параметра по 2 байта + время)</a:t>
            </a:r>
            <a:endParaRPr sz="2900"/>
          </a:p>
          <a:p>
            <a:pPr indent="0" lvl="0" marL="12700" marR="0" rtl="0" algn="l">
              <a:lnSpc>
                <a:spcPct val="110000"/>
              </a:lnSpc>
              <a:spcBef>
                <a:spcPts val="95"/>
              </a:spcBef>
              <a:spcAft>
                <a:spcPts val="0"/>
              </a:spcAft>
              <a:buNone/>
            </a:pPr>
            <a:r>
              <a:rPr lang="ru-RU" sz="2900"/>
              <a:t>Итог: ~27 кб </a:t>
            </a:r>
            <a:endParaRPr sz="2900"/>
          </a:p>
          <a:p>
            <a:pPr indent="0" lvl="0" marL="0" marR="0" rtl="0" algn="l">
              <a:lnSpc>
                <a:spcPct val="110000"/>
              </a:lnSpc>
              <a:spcBef>
                <a:spcPts val="95"/>
              </a:spcBef>
              <a:spcAft>
                <a:spcPts val="0"/>
              </a:spcAft>
              <a:buNone/>
            </a:pPr>
            <a:r>
              <a:rPr b="1" lang="ru-RU" sz="2900"/>
              <a:t>2)</a:t>
            </a:r>
            <a:r>
              <a:rPr lang="ru-RU" sz="2900"/>
              <a:t>Сколько данных спутник может передать за сеанс </a:t>
            </a:r>
            <a:endParaRPr sz="2900"/>
          </a:p>
          <a:p>
            <a:pPr indent="0" lvl="0" marL="12700" marR="0" rtl="0" algn="l">
              <a:lnSpc>
                <a:spcPct val="110000"/>
              </a:lnSpc>
              <a:spcBef>
                <a:spcPts val="95"/>
              </a:spcBef>
              <a:spcAft>
                <a:spcPts val="0"/>
              </a:spcAft>
              <a:buNone/>
            </a:pPr>
            <a:r>
              <a:rPr lang="ru-RU" sz="2900"/>
              <a:t>Сеанс длится </a:t>
            </a:r>
            <a:r>
              <a:rPr b="1" lang="ru-RU" sz="2900"/>
              <a:t>~</a:t>
            </a:r>
            <a:r>
              <a:rPr lang="ru-RU" sz="2900"/>
              <a:t>8 минут</a:t>
            </a:r>
            <a:endParaRPr sz="2900"/>
          </a:p>
          <a:p>
            <a:pPr indent="0" lvl="0" marL="12700" marR="0" rtl="0" algn="l">
              <a:lnSpc>
                <a:spcPct val="110000"/>
              </a:lnSpc>
              <a:spcBef>
                <a:spcPts val="95"/>
              </a:spcBef>
              <a:spcAft>
                <a:spcPts val="0"/>
              </a:spcAft>
              <a:buNone/>
            </a:pPr>
            <a:r>
              <a:rPr lang="ru-RU" sz="2900"/>
              <a:t>Скорость 9600 бит</a:t>
            </a:r>
            <a:r>
              <a:rPr lang="ru-RU" sz="2500"/>
              <a:t>/</a:t>
            </a:r>
            <a:r>
              <a:rPr lang="ru-RU" sz="2900"/>
              <a:t>с </a:t>
            </a:r>
            <a:endParaRPr sz="290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0" lvl="0" marL="12700" marR="0" rtl="0" algn="l">
              <a:lnSpc>
                <a:spcPct val="110000"/>
              </a:lnSpc>
              <a:spcBef>
                <a:spcPts val="95"/>
              </a:spcBef>
              <a:spcAft>
                <a:spcPts val="0"/>
              </a:spcAft>
              <a:buNone/>
            </a:pPr>
            <a:r>
              <a:rPr lang="ru-RU" sz="29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Итог:  ~46 кб</a:t>
            </a:r>
            <a:endParaRPr sz="290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212" name="Google Shape;212;p14"/>
          <p:cNvSpPr txBox="1"/>
          <p:nvPr/>
        </p:nvSpPr>
        <p:spPr>
          <a:xfrm>
            <a:off x="15864710" y="825415"/>
            <a:ext cx="2569200" cy="2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65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Дата</a:t>
            </a:r>
            <a:endParaRPr b="1" sz="165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3" name="Google Shape;213;p14"/>
          <p:cNvSpPr/>
          <p:nvPr/>
        </p:nvSpPr>
        <p:spPr>
          <a:xfrm rot="-10586560">
            <a:off x="434229" y="2012829"/>
            <a:ext cx="10456696" cy="7201553"/>
          </a:xfrm>
          <a:custGeom>
            <a:rect b="b" l="l" r="r" t="t"/>
            <a:pathLst>
              <a:path extrusionOk="0" h="5034874" w="7414954">
                <a:moveTo>
                  <a:pt x="0" y="784057"/>
                </a:moveTo>
                <a:lnTo>
                  <a:pt x="2739852" y="0"/>
                </a:lnTo>
                <a:lnTo>
                  <a:pt x="7414954" y="513775"/>
                </a:lnTo>
                <a:lnTo>
                  <a:pt x="7079336" y="4650868"/>
                </a:lnTo>
                <a:lnTo>
                  <a:pt x="486657" y="5034874"/>
                </a:lnTo>
                <a:lnTo>
                  <a:pt x="0" y="784057"/>
                </a:lnTo>
                <a:close/>
              </a:path>
            </a:pathLst>
          </a:custGeom>
          <a:noFill/>
          <a:ln cap="flat" cmpd="sng" w="127000">
            <a:solidFill>
              <a:srgbClr val="F5DD9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4"/>
          <p:cNvSpPr/>
          <p:nvPr/>
        </p:nvSpPr>
        <p:spPr>
          <a:xfrm rot="269386">
            <a:off x="11557843" y="1342086"/>
            <a:ext cx="8051395" cy="9053485"/>
          </a:xfrm>
          <a:custGeom>
            <a:rect b="b" l="l" r="r" t="t"/>
            <a:pathLst>
              <a:path extrusionOk="0" h="5034874" w="7414954">
                <a:moveTo>
                  <a:pt x="0" y="784057"/>
                </a:moveTo>
                <a:lnTo>
                  <a:pt x="2739852" y="0"/>
                </a:lnTo>
                <a:lnTo>
                  <a:pt x="7414954" y="513775"/>
                </a:lnTo>
                <a:lnTo>
                  <a:pt x="7079336" y="4650868"/>
                </a:lnTo>
                <a:lnTo>
                  <a:pt x="486657" y="5034874"/>
                </a:lnTo>
                <a:lnTo>
                  <a:pt x="0" y="784057"/>
                </a:lnTo>
                <a:close/>
              </a:path>
            </a:pathLst>
          </a:custGeom>
          <a:noFill/>
          <a:ln cap="flat" cmpd="sng" w="127000">
            <a:solidFill>
              <a:srgbClr val="F5DD9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4"/>
          <p:cNvSpPr txBox="1"/>
          <p:nvPr>
            <p:ph idx="12" type="sldNum"/>
          </p:nvPr>
        </p:nvSpPr>
        <p:spPr>
          <a:xfrm>
            <a:off x="15331728" y="10746696"/>
            <a:ext cx="4623900" cy="461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 sz="3000"/>
              <a:t>‹#›</a:t>
            </a:fld>
            <a:endParaRPr sz="3000"/>
          </a:p>
        </p:txBody>
      </p:sp>
      <p:pic>
        <p:nvPicPr>
          <p:cNvPr id="216" name="Google Shape;216;p14"/>
          <p:cNvPicPr preferRelativeResize="0"/>
          <p:nvPr/>
        </p:nvPicPr>
        <p:blipFill rotWithShape="1">
          <a:blip r:embed="rId4">
            <a:alphaModFix/>
          </a:blip>
          <a:srcRect b="22043" l="5536" r="0" t="22918"/>
          <a:stretch/>
        </p:blipFill>
        <p:spPr>
          <a:xfrm>
            <a:off x="12194925" y="2417475"/>
            <a:ext cx="6483075" cy="6902701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14"/>
          <p:cNvSpPr txBox="1"/>
          <p:nvPr/>
        </p:nvSpPr>
        <p:spPr>
          <a:xfrm>
            <a:off x="1328525" y="64035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18" name="Google Shape;218;p14"/>
          <p:cNvSpPr txBox="1"/>
          <p:nvPr/>
        </p:nvSpPr>
        <p:spPr>
          <a:xfrm>
            <a:off x="152400" y="1524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5"/>
          <p:cNvSpPr/>
          <p:nvPr/>
        </p:nvSpPr>
        <p:spPr>
          <a:xfrm>
            <a:off x="1137054" y="242066"/>
            <a:ext cx="15674100" cy="13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95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rgbClr val="65137B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rgbClr val="65137B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224" name="Google Shape;22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0646161"/>
            <a:ext cx="20104099" cy="66279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5" name="Google Shape;225;p15"/>
          <p:cNvGrpSpPr/>
          <p:nvPr/>
        </p:nvGrpSpPr>
        <p:grpSpPr>
          <a:xfrm>
            <a:off x="777182" y="880743"/>
            <a:ext cx="18810200" cy="7382512"/>
            <a:chOff x="2151465" y="2362924"/>
            <a:chExt cx="7653267" cy="3284766"/>
          </a:xfrm>
        </p:grpSpPr>
        <p:sp>
          <p:nvSpPr>
            <p:cNvPr id="226" name="Google Shape;226;p15"/>
            <p:cNvSpPr/>
            <p:nvPr/>
          </p:nvSpPr>
          <p:spPr>
            <a:xfrm>
              <a:off x="2151465" y="2362924"/>
              <a:ext cx="7653267" cy="3284766"/>
            </a:xfrm>
            <a:custGeom>
              <a:rect b="b" l="l" r="r" t="t"/>
              <a:pathLst>
                <a:path extrusionOk="0" h="5014910" w="6941739">
                  <a:moveTo>
                    <a:pt x="0" y="614362"/>
                  </a:moveTo>
                  <a:lnTo>
                    <a:pt x="3050398" y="0"/>
                  </a:lnTo>
                  <a:lnTo>
                    <a:pt x="6941739" y="214312"/>
                  </a:lnTo>
                  <a:lnTo>
                    <a:pt x="6813152" y="4800598"/>
                  </a:lnTo>
                  <a:lnTo>
                    <a:pt x="250049" y="5014910"/>
                  </a:lnTo>
                  <a:lnTo>
                    <a:pt x="0" y="614362"/>
                  </a:lnTo>
                  <a:close/>
                </a:path>
              </a:pathLst>
            </a:custGeom>
            <a:noFill/>
            <a:ln cap="flat" cmpd="sng" w="138975">
              <a:solidFill>
                <a:srgbClr val="65137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83350" lIns="166725" spcFirstLastPara="1" rIns="166725" wrap="square" tIns="833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283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7" name="Google Shape;227;p15"/>
            <p:cNvSpPr/>
            <p:nvPr/>
          </p:nvSpPr>
          <p:spPr>
            <a:xfrm rot="-385725">
              <a:off x="3107124" y="2433071"/>
              <a:ext cx="633936" cy="384673"/>
            </a:xfrm>
            <a:custGeom>
              <a:rect b="b" l="l" r="r" t="t"/>
              <a:pathLst>
                <a:path extrusionOk="0" h="260985" w="3549015">
                  <a:moveTo>
                    <a:pt x="3548928" y="0"/>
                  </a:moveTo>
                  <a:lnTo>
                    <a:pt x="0" y="0"/>
                  </a:lnTo>
                  <a:lnTo>
                    <a:pt x="0" y="260536"/>
                  </a:lnTo>
                  <a:lnTo>
                    <a:pt x="3548928" y="260536"/>
                  </a:lnTo>
                  <a:lnTo>
                    <a:pt x="354892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r>
                <a:rPr lang="ru-RU" sz="4500">
                  <a:solidFill>
                    <a:srgbClr val="65137B"/>
                  </a:solidFill>
                  <a:latin typeface="Oswald"/>
                  <a:ea typeface="Oswald"/>
                  <a:cs typeface="Oswald"/>
                  <a:sym typeface="Oswald"/>
                </a:rPr>
                <a:t>Вывод</a:t>
              </a:r>
              <a:endParaRPr sz="4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8" name="Google Shape;228;p15"/>
          <p:cNvSpPr txBox="1"/>
          <p:nvPr/>
        </p:nvSpPr>
        <p:spPr>
          <a:xfrm>
            <a:off x="9699174" y="634168"/>
            <a:ext cx="5353500" cy="2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229" name="Google Shape;229;p15"/>
          <p:cNvSpPr txBox="1"/>
          <p:nvPr/>
        </p:nvSpPr>
        <p:spPr>
          <a:xfrm>
            <a:off x="2695000" y="2681100"/>
            <a:ext cx="15926100" cy="45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-482600" lvl="0" marL="457200" marR="0" rtl="0" algn="l">
              <a:lnSpc>
                <a:spcPct val="110000"/>
              </a:lnSpc>
              <a:spcBef>
                <a:spcPts val="95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ubik"/>
              <a:buAutoNum type="arabicPeriod"/>
            </a:pPr>
            <a:r>
              <a:rPr b="1" lang="ru-RU" sz="40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Были проанализированы готовые циклограммы</a:t>
            </a:r>
            <a:endParaRPr b="1" sz="400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-4826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ubik"/>
              <a:buAutoNum type="arabicPeriod"/>
            </a:pPr>
            <a:r>
              <a:rPr b="1" lang="ru-RU" sz="40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Рассмотрены планируемые области измерений</a:t>
            </a:r>
            <a:endParaRPr b="1" sz="400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-4826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ubik"/>
              <a:buAutoNum type="arabicPeriod"/>
            </a:pPr>
            <a:r>
              <a:rPr b="1" lang="ru-RU" sz="40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Рассчитан объем сбора и передачи данных</a:t>
            </a:r>
            <a:endParaRPr b="1" sz="400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95"/>
              </a:spcBef>
              <a:spcAft>
                <a:spcPts val="0"/>
              </a:spcAft>
              <a:buNone/>
            </a:pPr>
            <a:r>
              <a:rPr b="1" lang="ru-RU" sz="40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Проведенные расчеты и анализ данных позволят создать циклограмму для управления детектором радиации на малом спутнике в последние дни полета.</a:t>
            </a:r>
            <a:endParaRPr sz="400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0" lvl="0" marL="12700" marR="0" rtl="0" algn="l">
              <a:lnSpc>
                <a:spcPct val="110000"/>
              </a:lnSpc>
              <a:spcBef>
                <a:spcPts val="95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230" name="Google Shape;230;p15"/>
          <p:cNvSpPr txBox="1"/>
          <p:nvPr/>
        </p:nvSpPr>
        <p:spPr>
          <a:xfrm>
            <a:off x="15864710" y="825415"/>
            <a:ext cx="2569200" cy="2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65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Дата</a:t>
            </a:r>
            <a:endParaRPr b="1" sz="165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31" name="Google Shape;231;p15"/>
          <p:cNvSpPr txBox="1"/>
          <p:nvPr>
            <p:ph idx="12" type="sldNum"/>
          </p:nvPr>
        </p:nvSpPr>
        <p:spPr>
          <a:xfrm>
            <a:off x="15246053" y="10746696"/>
            <a:ext cx="4623900" cy="461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 sz="3000"/>
              <a:t>‹#›</a:t>
            </a:fld>
            <a:endParaRPr sz="3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36" name="Google Shape;23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24476" y="0"/>
            <a:ext cx="20105510" cy="11309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37" name="Google Shape;23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479978">
            <a:off x="1125722" y="1825071"/>
            <a:ext cx="18058314" cy="9462847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16"/>
          <p:cNvSpPr/>
          <p:nvPr/>
        </p:nvSpPr>
        <p:spPr>
          <a:xfrm>
            <a:off x="1282213" y="2322183"/>
            <a:ext cx="52986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531"/>
              </a:lnSpc>
              <a:spcBef>
                <a:spcPts val="0"/>
              </a:spcBef>
              <a:spcAft>
                <a:spcPts val="0"/>
              </a:spcAft>
              <a:buClr>
                <a:srgbClr val="F0DE8D"/>
              </a:buClr>
              <a:buSzPts val="3200"/>
              <a:buFont typeface="Rubik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6"/>
          <p:cNvSpPr/>
          <p:nvPr/>
        </p:nvSpPr>
        <p:spPr>
          <a:xfrm>
            <a:off x="5421120" y="5316410"/>
            <a:ext cx="2869800" cy="12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4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endParaRPr sz="2800">
              <a:solidFill>
                <a:schemeClr val="lt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240" name="Google Shape;240;p16"/>
          <p:cNvSpPr/>
          <p:nvPr/>
        </p:nvSpPr>
        <p:spPr>
          <a:xfrm>
            <a:off x="960933" y="485616"/>
            <a:ext cx="8956200" cy="13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0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Наша команда</a:t>
            </a:r>
            <a:endParaRPr sz="18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241" name="Google Shape;241;p16"/>
          <p:cNvPicPr preferRelativeResize="0"/>
          <p:nvPr/>
        </p:nvPicPr>
        <p:blipFill rotWithShape="1">
          <a:blip r:embed="rId5">
            <a:alphaModFix/>
          </a:blip>
          <a:srcRect b="3185" l="0" r="0" t="0"/>
          <a:stretch/>
        </p:blipFill>
        <p:spPr>
          <a:xfrm>
            <a:off x="3429000" y="2761750"/>
            <a:ext cx="9733228" cy="706770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16"/>
          <p:cNvSpPr txBox="1"/>
          <p:nvPr>
            <p:ph idx="12" type="sldNum"/>
          </p:nvPr>
        </p:nvSpPr>
        <p:spPr>
          <a:xfrm>
            <a:off x="14474953" y="10517696"/>
            <a:ext cx="4623900" cy="477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 sz="3100">
                <a:solidFill>
                  <a:schemeClr val="lt2"/>
                </a:solidFill>
              </a:rPr>
              <a:t>‹#›</a:t>
            </a:fld>
            <a:endParaRPr sz="31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7"/>
          <p:cNvSpPr/>
          <p:nvPr/>
        </p:nvSpPr>
        <p:spPr>
          <a:xfrm>
            <a:off x="12109450" y="4622800"/>
            <a:ext cx="44958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000">
                <a:solidFill>
                  <a:srgbClr val="CF9A3A"/>
                </a:solidFill>
                <a:latin typeface="Oswald"/>
                <a:ea typeface="Oswald"/>
                <a:cs typeface="Oswald"/>
                <a:sym typeface="Oswald"/>
              </a:rPr>
              <a:t>РАХМЕТ</a:t>
            </a:r>
            <a:endParaRPr sz="1800">
              <a:solidFill>
                <a:srgbClr val="CF9A3A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248" name="Google Shape;24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04350" y="200"/>
            <a:ext cx="8680450" cy="11308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76225" y="10095645"/>
            <a:ext cx="11658601" cy="1213703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17"/>
          <p:cNvSpPr/>
          <p:nvPr/>
        </p:nvSpPr>
        <p:spPr>
          <a:xfrm>
            <a:off x="12109450" y="5608199"/>
            <a:ext cx="4495800" cy="1344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000">
                <a:solidFill>
                  <a:srgbClr val="65137B"/>
                </a:solidFill>
                <a:latin typeface="Oswald"/>
                <a:ea typeface="Oswald"/>
                <a:cs typeface="Oswald"/>
                <a:sym typeface="Oswald"/>
              </a:rPr>
              <a:t>СПАСИБО</a:t>
            </a:r>
            <a:endParaRPr sz="1800">
              <a:solidFill>
                <a:srgbClr val="65137B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descr="Изображение выглядит как текст, логотип, снимок экрана, графический дизайн&#10;&#10;AI-generated content may be incorrect." id="251" name="Google Shape;251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9850" y="3673475"/>
            <a:ext cx="8680450" cy="3356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17" title="Без названия94_20250702160801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686008" y="7029625"/>
            <a:ext cx="2899725" cy="205570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17"/>
          <p:cNvSpPr txBox="1"/>
          <p:nvPr>
            <p:ph idx="12" type="sldNum"/>
          </p:nvPr>
        </p:nvSpPr>
        <p:spPr>
          <a:xfrm>
            <a:off x="14474953" y="10517696"/>
            <a:ext cx="46239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58" name="Google Shape;25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" y="0"/>
            <a:ext cx="20105511" cy="11309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59" name="Google Shape;25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238504" y="1183481"/>
            <a:ext cx="9370609" cy="888322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60" name="Google Shape;260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2325" y="4322075"/>
            <a:ext cx="499900" cy="49985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18"/>
          <p:cNvSpPr/>
          <p:nvPr/>
        </p:nvSpPr>
        <p:spPr>
          <a:xfrm>
            <a:off x="1282213" y="2322183"/>
            <a:ext cx="52986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531"/>
              </a:lnSpc>
              <a:spcBef>
                <a:spcPts val="0"/>
              </a:spcBef>
              <a:spcAft>
                <a:spcPts val="0"/>
              </a:spcAft>
              <a:buClr>
                <a:srgbClr val="F0DE8D"/>
              </a:buClr>
              <a:buSzPts val="3200"/>
              <a:buFont typeface="Rubik"/>
              <a:buNone/>
            </a:pPr>
            <a:r>
              <a:rPr lang="ru-RU" sz="3200">
                <a:solidFill>
                  <a:srgbClr val="F0DE8D"/>
                </a:solidFill>
                <a:latin typeface="Rubik"/>
                <a:ea typeface="Rubik"/>
                <a:cs typeface="Rubik"/>
                <a:sym typeface="Rubik"/>
              </a:rPr>
              <a:t>Эксперты из МГУ имени М.В. Ломоносова: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8"/>
          <p:cNvSpPr/>
          <p:nvPr/>
        </p:nvSpPr>
        <p:spPr>
          <a:xfrm>
            <a:off x="1671390" y="3703961"/>
            <a:ext cx="6619500" cy="173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4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</a:rPr>
              <a:t>Богомолов Виталий Владимирович, </a:t>
            </a:r>
            <a:endParaRPr/>
          </a:p>
          <a:p>
            <a:pPr indent="0" lvl="0" marL="0" marR="0" rtl="0" algn="l">
              <a:lnSpc>
                <a:spcPct val="964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</a:rPr>
              <a:t>к.ф-м.н., доцент кафедры физики космоса физического факультета МГУ, с.н.с. НИИЯФ МГУ</a:t>
            </a:r>
            <a:endParaRPr sz="2800">
              <a:solidFill>
                <a:schemeClr val="lt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263" name="Google Shape;263;p18"/>
          <p:cNvSpPr/>
          <p:nvPr/>
        </p:nvSpPr>
        <p:spPr>
          <a:xfrm>
            <a:off x="1674600" y="6138800"/>
            <a:ext cx="6613200" cy="15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4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</a:rPr>
              <a:t>Золотарёв Иван Анатольевич, </a:t>
            </a:r>
            <a:endParaRPr/>
          </a:p>
          <a:p>
            <a:pPr indent="0" lvl="0" marL="0" marR="0" rtl="0" algn="l">
              <a:lnSpc>
                <a:spcPct val="964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</a:rPr>
              <a:t>к.ф-м.н., научный сотрудник НИИЯФ МГУ</a:t>
            </a:r>
            <a:endParaRPr sz="2800">
              <a:solidFill>
                <a:schemeClr val="lt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264" name="Google Shape;264;p18"/>
          <p:cNvSpPr/>
          <p:nvPr/>
        </p:nvSpPr>
        <p:spPr>
          <a:xfrm>
            <a:off x="1282233" y="977566"/>
            <a:ext cx="8956200" cy="13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0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Наши преподаватели</a:t>
            </a:r>
            <a:endParaRPr sz="18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265" name="Google Shape;265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356260" y="3284655"/>
            <a:ext cx="7135096" cy="36177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66" name="Google Shape;266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2325" y="6641875"/>
            <a:ext cx="499900" cy="49985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18"/>
          <p:cNvSpPr txBox="1"/>
          <p:nvPr>
            <p:ph idx="12" type="sldNum"/>
          </p:nvPr>
        </p:nvSpPr>
        <p:spPr>
          <a:xfrm>
            <a:off x="15288878" y="10667646"/>
            <a:ext cx="4623900" cy="461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 sz="3000">
                <a:solidFill>
                  <a:schemeClr val="lt2"/>
                </a:solidFill>
              </a:rPr>
              <a:t>‹#›</a:t>
            </a:fld>
            <a:endParaRPr sz="30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